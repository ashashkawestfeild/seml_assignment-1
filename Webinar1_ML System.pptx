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Lst>
  <p:notesMasterIdLst>
    <p:notesMasterId r:id="rId28"/>
  </p:notesMasterIdLst>
  <p:sldIdLst>
    <p:sldId id="266" r:id="rId3"/>
    <p:sldId id="389" r:id="rId4"/>
    <p:sldId id="258" r:id="rId5"/>
    <p:sldId id="256" r:id="rId6"/>
    <p:sldId id="259" r:id="rId7"/>
    <p:sldId id="583" r:id="rId8"/>
    <p:sldId id="584" r:id="rId9"/>
    <p:sldId id="261" r:id="rId10"/>
    <p:sldId id="262" r:id="rId11"/>
    <p:sldId id="263" r:id="rId12"/>
    <p:sldId id="580" r:id="rId13"/>
    <p:sldId id="581" r:id="rId14"/>
    <p:sldId id="264" r:id="rId15"/>
    <p:sldId id="579" r:id="rId16"/>
    <p:sldId id="582" r:id="rId17"/>
    <p:sldId id="571" r:id="rId18"/>
    <p:sldId id="573" r:id="rId19"/>
    <p:sldId id="574" r:id="rId20"/>
    <p:sldId id="575" r:id="rId21"/>
    <p:sldId id="534" r:id="rId22"/>
    <p:sldId id="535" r:id="rId23"/>
    <p:sldId id="536" r:id="rId24"/>
    <p:sldId id="537" r:id="rId25"/>
    <p:sldId id="538" r:id="rId26"/>
    <p:sldId id="578"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9143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071C8-9343-077D-0811-7585ACE028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945E0-68E0-E30A-6F33-0D1B73BE6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528D2-200F-F89D-9CB7-D11C1C0B0C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4C1EAB-4021-972A-EFB3-31B0034369D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682571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55DC3-8D03-D587-4A23-CC6ACB9CA5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11D7E-2E04-5B47-60D4-78D672726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C2688-14F7-529B-8752-F1236E8E77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1B5C39-F88E-6AFA-8427-A2A750D73BA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70063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CFFAA-17BA-FC77-80F9-BBBED2474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B45DD-1820-30E3-DCC5-CCB9B08269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1AB2B-54F8-2E8D-8672-080B0FE060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698A74-8EBE-C826-CC79-B2EE339F26C7}"/>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47892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D2D35-07E8-C671-507C-1FBF8B986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62BA7-306A-C945-A8C3-3A6AC3414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DE0107-BF69-4F56-56EA-A2AB67CD37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168D90-330F-EC9B-9213-B18E8D0767E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41760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9BF18-5D9F-AFE3-D665-034E7F9CD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17A62-4ABD-C326-780C-74409BBA9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7E5730-A82B-2760-FD80-A143196717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2E3DDA-FE74-020B-D408-77417E2147C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734307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Section Header">
    <p:spTree>
      <p:nvGrpSpPr>
        <p:cNvPr id="1" name=""/>
        <p:cNvGrpSpPr/>
        <p:nvPr/>
      </p:nvGrpSpPr>
      <p:grpSpPr>
        <a:xfrm>
          <a:off x="0" y="0"/>
          <a:ext cx="0" cy="0"/>
          <a:chOff x="0" y="0"/>
          <a:chExt cx="0" cy="0"/>
        </a:xfrm>
      </p:grpSpPr>
      <p:pic>
        <p:nvPicPr>
          <p:cNvPr id="42" name="Picture 6" descr="Picture 6"/>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43" name="Rectangle 2"/>
          <p:cNvSpPr/>
          <p:nvPr/>
        </p:nvSpPr>
        <p:spPr>
          <a:xfrm>
            <a:off x="0" y="3211116"/>
            <a:ext cx="9144000" cy="1932384"/>
          </a:xfrm>
          <a:prstGeom prst="rect">
            <a:avLst/>
          </a:prstGeom>
          <a:solidFill>
            <a:srgbClr val="FFFFFF"/>
          </a:solidFill>
          <a:ln>
            <a:solidFill>
              <a:srgbClr val="4A7EBB"/>
            </a:solidFill>
          </a:ln>
          <a:effectLst>
            <a:outerShdw blurRad="38100" dist="23000" dir="5400000" rotWithShape="0">
              <a:srgbClr val="000000">
                <a:alpha val="35000"/>
              </a:srgbClr>
            </a:outerShdw>
          </a:effectLst>
        </p:spPr>
        <p:txBody>
          <a:bodyPr lIns="34289" rIns="34289" anchor="ctr"/>
          <a:lstStyle/>
          <a:p>
            <a:pPr algn="ctr">
              <a:defRPr>
                <a:solidFill>
                  <a:srgbClr val="FFFFFF"/>
                </a:solidFill>
              </a:defRPr>
            </a:pPr>
            <a:endParaRPr sz="1350"/>
          </a:p>
        </p:txBody>
      </p:sp>
      <p:pic>
        <p:nvPicPr>
          <p:cNvPr id="44" name="Picture 8" descr="Picture 8"/>
          <p:cNvPicPr>
            <a:picLocks noChangeAspect="1"/>
          </p:cNvPicPr>
          <p:nvPr/>
        </p:nvPicPr>
        <p:blipFill>
          <a:blip r:embed="rId3"/>
          <a:srcRect t="2677" b="2677"/>
          <a:stretch>
            <a:fillRect/>
          </a:stretch>
        </p:blipFill>
        <p:spPr>
          <a:xfrm>
            <a:off x="6629401" y="0"/>
            <a:ext cx="2193925" cy="519113"/>
          </a:xfrm>
          <a:prstGeom prst="rect">
            <a:avLst/>
          </a:prstGeom>
          <a:ln w="12700">
            <a:miter lim="400000"/>
          </a:ln>
        </p:spPr>
      </p:pic>
      <p:sp>
        <p:nvSpPr>
          <p:cNvPr id="45" name="Rectangle 4"/>
          <p:cNvSpPr/>
          <p:nvPr/>
        </p:nvSpPr>
        <p:spPr>
          <a:xfrm>
            <a:off x="2882900" y="5081588"/>
            <a:ext cx="2895600" cy="57150"/>
          </a:xfrm>
          <a:prstGeom prst="rect">
            <a:avLst/>
          </a:prstGeom>
          <a:solidFill>
            <a:srgbClr val="76C2E5"/>
          </a:solidFill>
          <a:ln w="12700">
            <a:miter lim="400000"/>
          </a:ln>
        </p:spPr>
        <p:txBody>
          <a:bodyPr lIns="34289" rIns="34289" anchor="ctr"/>
          <a:lstStyle/>
          <a:p>
            <a:pPr algn="ctr">
              <a:defRPr>
                <a:solidFill>
                  <a:srgbClr val="FFFFFF"/>
                </a:solidFill>
              </a:defRPr>
            </a:pPr>
            <a:endParaRPr sz="1350"/>
          </a:p>
        </p:txBody>
      </p:sp>
      <p:sp>
        <p:nvSpPr>
          <p:cNvPr id="46" name="Rectangle 5"/>
          <p:cNvSpPr/>
          <p:nvPr/>
        </p:nvSpPr>
        <p:spPr>
          <a:xfrm>
            <a:off x="-12700" y="5081588"/>
            <a:ext cx="2895600" cy="57150"/>
          </a:xfrm>
          <a:prstGeom prst="rect">
            <a:avLst/>
          </a:prstGeom>
          <a:solidFill>
            <a:srgbClr val="FCB017"/>
          </a:solidFill>
          <a:ln w="12700">
            <a:miter lim="400000"/>
          </a:ln>
        </p:spPr>
        <p:txBody>
          <a:bodyPr lIns="34289" rIns="34289" anchor="ctr"/>
          <a:lstStyle/>
          <a:p>
            <a:pPr algn="ctr">
              <a:defRPr>
                <a:solidFill>
                  <a:srgbClr val="FFFFFF"/>
                </a:solidFill>
              </a:defRPr>
            </a:pPr>
            <a:endParaRPr sz="1350"/>
          </a:p>
        </p:txBody>
      </p:sp>
      <p:sp>
        <p:nvSpPr>
          <p:cNvPr id="47" name="Rectangle 6"/>
          <p:cNvSpPr/>
          <p:nvPr/>
        </p:nvSpPr>
        <p:spPr>
          <a:xfrm>
            <a:off x="5778500" y="5081588"/>
            <a:ext cx="2895600" cy="57150"/>
          </a:xfrm>
          <a:prstGeom prst="rect">
            <a:avLst/>
          </a:prstGeom>
          <a:solidFill>
            <a:srgbClr val="FF0000"/>
          </a:solidFill>
          <a:ln w="12700">
            <a:miter lim="400000"/>
          </a:ln>
        </p:spPr>
        <p:txBody>
          <a:bodyPr lIns="34289" rIns="34289" anchor="ctr"/>
          <a:lstStyle/>
          <a:p>
            <a:pPr algn="ctr">
              <a:defRPr>
                <a:solidFill>
                  <a:srgbClr val="FFFFFF"/>
                </a:solidFill>
              </a:defRPr>
            </a:pPr>
            <a:endParaRPr sz="1350"/>
          </a:p>
        </p:txBody>
      </p:sp>
      <p:sp>
        <p:nvSpPr>
          <p:cNvPr id="48" name="TextBox 7"/>
          <p:cNvSpPr txBox="1"/>
          <p:nvPr/>
        </p:nvSpPr>
        <p:spPr>
          <a:xfrm>
            <a:off x="6903719" y="571500"/>
            <a:ext cx="2118362" cy="427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89" rIns="34289">
            <a:spAutoFit/>
          </a:bodyPr>
          <a:lstStyle/>
          <a:p>
            <a:pPr algn="ctr">
              <a:defRPr sz="2900" b="1" spc="-150">
                <a:solidFill>
                  <a:srgbClr val="FFFFFF"/>
                </a:solidFill>
                <a:latin typeface="+mj-lt"/>
                <a:ea typeface="+mj-ea"/>
                <a:cs typeface="+mj-cs"/>
                <a:sym typeface="Arial"/>
              </a:defRPr>
            </a:pPr>
            <a:r>
              <a:rPr sz="2175"/>
              <a:t>BITS</a:t>
            </a:r>
            <a:r>
              <a:rPr sz="2175" b="0"/>
              <a:t> Pilani</a:t>
            </a:r>
          </a:p>
        </p:txBody>
      </p:sp>
      <p:sp>
        <p:nvSpPr>
          <p:cNvPr id="50" name="Body Level One…"/>
          <p:cNvSpPr txBox="1">
            <a:spLocks noGrp="1"/>
          </p:cNvSpPr>
          <p:nvPr>
            <p:ph type="body" sz="half"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a:lstStyle>
          <a:p>
            <a:r>
              <a:rPr lang="en-US"/>
              <a:t>Body Level One</a:t>
            </a:r>
          </a:p>
          <a:p>
            <a:pPr lvl="1"/>
            <a:r>
              <a:rPr lang="en-US"/>
              <a:t>Body Level Two</a:t>
            </a:r>
          </a:p>
          <a:p>
            <a:pPr lvl="2"/>
            <a:r>
              <a:rPr lang="en-US"/>
              <a:t>Body Level Three</a:t>
            </a:r>
          </a:p>
          <a:p>
            <a:pPr lvl="3"/>
            <a:r>
              <a:rPr lang="en-US"/>
              <a:t>Body Level Four</a:t>
            </a:r>
          </a:p>
          <a:p>
            <a:pPr lvl="4"/>
            <a:r>
              <a:rPr lang="en-US"/>
              <a:t>Body Level Five</a:t>
            </a:r>
            <a:endParaRPr/>
          </a:p>
        </p:txBody>
      </p:sp>
      <p:sp>
        <p:nvSpPr>
          <p:cNvPr id="51" name="Slide Number"/>
          <p:cNvSpPr txBox="1">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98989"/>
                </a:solidFill>
                <a:effectLst/>
                <a:uFillTx/>
                <a:latin typeface="+mj-lt"/>
                <a:ea typeface="+mj-ea"/>
                <a:cs typeface="+mj-cs"/>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a:lstStyle>
          <a:p>
            <a:fld id="{86CB4B4D-7CA3-9044-876B-883B54F8677D}" type="slidenum">
              <a:rPr lang="en-IN" smtClean="0"/>
              <a:pPr/>
              <a:t>‹#›</a:t>
            </a:fld>
            <a:endParaRPr/>
          </a:p>
        </p:txBody>
      </p:sp>
    </p:spTree>
    <p:extLst>
      <p:ext uri="{BB962C8B-B14F-4D97-AF65-F5344CB8AC3E}">
        <p14:creationId xmlns:p14="http://schemas.microsoft.com/office/powerpoint/2010/main" val="3887886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nd Content">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E9826F6-77EC-4995-BFD7-0318A680BA1A}"/>
              </a:ext>
            </a:extLst>
          </p:cNvPr>
          <p:cNvGrpSpPr/>
          <p:nvPr userDrawn="1"/>
        </p:nvGrpSpPr>
        <p:grpSpPr>
          <a:xfrm>
            <a:off x="1" y="0"/>
            <a:ext cx="9144001" cy="5166339"/>
            <a:chOff x="0" y="0"/>
            <a:chExt cx="9144001" cy="6888451"/>
          </a:xfrm>
        </p:grpSpPr>
        <p:grpSp>
          <p:nvGrpSpPr>
            <p:cNvPr id="46" name="Group 6">
              <a:extLst>
                <a:ext uri="{FF2B5EF4-FFF2-40B4-BE49-F238E27FC236}">
                  <a16:creationId xmlns:a16="http://schemas.microsoft.com/office/drawing/2014/main" id="{32D72169-E06F-45D8-A5EC-D681EB602EE5}"/>
                </a:ext>
              </a:extLst>
            </p:cNvPr>
            <p:cNvGrpSpPr/>
            <p:nvPr userDrawn="1"/>
          </p:nvGrpSpPr>
          <p:grpSpPr>
            <a:xfrm>
              <a:off x="0" y="1295400"/>
              <a:ext cx="7010401" cy="46038"/>
              <a:chOff x="0" y="0"/>
              <a:chExt cx="7010400" cy="46037"/>
            </a:xfrm>
          </p:grpSpPr>
          <p:sp>
            <p:nvSpPr>
              <p:cNvPr id="53" name="Rectangle 6">
                <a:extLst>
                  <a:ext uri="{FF2B5EF4-FFF2-40B4-BE49-F238E27FC236}">
                    <a16:creationId xmlns:a16="http://schemas.microsoft.com/office/drawing/2014/main" id="{31663E90-6CD3-4B00-A313-2FF6AA636CA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7">
                <a:extLst>
                  <a:ext uri="{FF2B5EF4-FFF2-40B4-BE49-F238E27FC236}">
                    <a16:creationId xmlns:a16="http://schemas.microsoft.com/office/drawing/2014/main" id="{991F866D-51D8-403E-B66D-97E9D9FB56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5" name="Rectangle 8">
                <a:extLst>
                  <a:ext uri="{FF2B5EF4-FFF2-40B4-BE49-F238E27FC236}">
                    <a16:creationId xmlns:a16="http://schemas.microsoft.com/office/drawing/2014/main" id="{35316865-7F39-4EDA-9213-10248D1FBE9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47" name="Group 10">
              <a:extLst>
                <a:ext uri="{FF2B5EF4-FFF2-40B4-BE49-F238E27FC236}">
                  <a16:creationId xmlns:a16="http://schemas.microsoft.com/office/drawing/2014/main" id="{2D2DD56F-AE09-49F0-9B99-D2EE701D8FF5}"/>
                </a:ext>
              </a:extLst>
            </p:cNvPr>
            <p:cNvGrpSpPr/>
            <p:nvPr userDrawn="1"/>
          </p:nvGrpSpPr>
          <p:grpSpPr>
            <a:xfrm>
              <a:off x="2133600" y="6553200"/>
              <a:ext cx="7010401" cy="46038"/>
              <a:chOff x="0" y="0"/>
              <a:chExt cx="7010400" cy="46037"/>
            </a:xfrm>
          </p:grpSpPr>
          <p:sp>
            <p:nvSpPr>
              <p:cNvPr id="50" name="Rectangle 10">
                <a:extLst>
                  <a:ext uri="{FF2B5EF4-FFF2-40B4-BE49-F238E27FC236}">
                    <a16:creationId xmlns:a16="http://schemas.microsoft.com/office/drawing/2014/main" id="{DAEB79DB-4734-4234-BD44-76AB6ABA11F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1" name="Rectangle 11">
                <a:extLst>
                  <a:ext uri="{FF2B5EF4-FFF2-40B4-BE49-F238E27FC236}">
                    <a16:creationId xmlns:a16="http://schemas.microsoft.com/office/drawing/2014/main" id="{508D804C-A4C7-412F-8063-43C1267382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2" name="Rectangle 12">
                <a:extLst>
                  <a:ext uri="{FF2B5EF4-FFF2-40B4-BE49-F238E27FC236}">
                    <a16:creationId xmlns:a16="http://schemas.microsoft.com/office/drawing/2014/main" id="{827A04DF-D4FE-44C0-87D7-AF2AA37D3F9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48" name="Picture 14" descr="Picture 14">
              <a:extLst>
                <a:ext uri="{FF2B5EF4-FFF2-40B4-BE49-F238E27FC236}">
                  <a16:creationId xmlns:a16="http://schemas.microsoft.com/office/drawing/2014/main" id="{5DC18BF1-5331-4F2F-A174-787311906D18}"/>
                </a:ext>
              </a:extLst>
            </p:cNvPr>
            <p:cNvPicPr>
              <a:picLocks noChangeAspect="1"/>
            </p:cNvPicPr>
            <p:nvPr userDrawn="1"/>
          </p:nvPicPr>
          <p:blipFill>
            <a:blip r:embed="rId2"/>
            <a:srcRect t="2677" b="2677"/>
            <a:stretch>
              <a:fillRect/>
            </a:stretch>
          </p:blipFill>
          <p:spPr>
            <a:xfrm>
              <a:off x="6629400" y="0"/>
              <a:ext cx="2193925" cy="692150"/>
            </a:xfrm>
            <a:prstGeom prst="rect">
              <a:avLst/>
            </a:prstGeom>
            <a:ln w="12700">
              <a:miter lim="400000"/>
            </a:ln>
          </p:spPr>
        </p:pic>
        <p:sp>
          <p:nvSpPr>
            <p:cNvPr id="49" name="TextBox 14">
              <a:extLst>
                <a:ext uri="{FF2B5EF4-FFF2-40B4-BE49-F238E27FC236}">
                  <a16:creationId xmlns:a16="http://schemas.microsoft.com/office/drawing/2014/main" id="{BA5796A7-03C0-4F17-B86D-A3B33F3BC2CE}"/>
                </a:ext>
              </a:extLst>
            </p:cNvPr>
            <p:cNvSpPr txBox="1"/>
            <p:nvPr userDrawn="1"/>
          </p:nvSpPr>
          <p:spPr>
            <a:xfrm>
              <a:off x="3322319" y="6596063"/>
              <a:ext cx="5775962"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sp>
        <p:nvSpPr>
          <p:cNvPr id="100" name="Body Level One…"/>
          <p:cNvSpPr txBox="1">
            <a:spLocks noGrp="1"/>
          </p:cNvSpPr>
          <p:nvPr>
            <p:ph type="body" sz="quarter"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a:lstStyle>
          <a:p>
            <a:r>
              <a:rPr lang="en-US"/>
              <a:t>Body Level One</a:t>
            </a:r>
          </a:p>
          <a:p>
            <a:pPr lvl="1"/>
            <a:r>
              <a:rPr lang="en-US"/>
              <a:t>Body Level Two</a:t>
            </a:r>
          </a:p>
          <a:p>
            <a:pPr lvl="2"/>
            <a:r>
              <a:rPr lang="en-US"/>
              <a:t>Body Level Three</a:t>
            </a:r>
          </a:p>
          <a:p>
            <a:pPr lvl="3"/>
            <a:r>
              <a:rPr lang="en-US"/>
              <a:t>Body Level Four</a:t>
            </a:r>
          </a:p>
          <a:p>
            <a:pPr lvl="4"/>
            <a:r>
              <a:rPr lang="en-US"/>
              <a:t>Body Level Five</a:t>
            </a:r>
            <a:endParaRPr dirty="0"/>
          </a:p>
        </p:txBody>
      </p:sp>
    </p:spTree>
    <p:extLst>
      <p:ext uri="{BB962C8B-B14F-4D97-AF65-F5344CB8AC3E}">
        <p14:creationId xmlns:p14="http://schemas.microsoft.com/office/powerpoint/2010/main" val="3758102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DD1B0-36E2-5E3E-089A-36C5758F7D4C}"/>
              </a:ext>
            </a:extLst>
          </p:cNvPr>
          <p:cNvSpPr txBox="1">
            <a:spLocks noChangeArrowheads="1"/>
          </p:cNvSpPr>
          <p:nvPr userDrawn="1"/>
        </p:nvSpPr>
        <p:spPr bwMode="auto">
          <a:xfrm>
            <a:off x="3276600" y="4947048"/>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825" b="1">
                <a:solidFill>
                  <a:srgbClr val="101141"/>
                </a:solidFill>
              </a:rPr>
              <a:t>BITS </a:t>
            </a:r>
            <a:r>
              <a:rPr lang="en-US" altLang="en-US" sz="825">
                <a:solidFill>
                  <a:srgbClr val="101141"/>
                </a:solidFill>
              </a:rPr>
              <a:t>Pilani, Pilani Campus</a:t>
            </a:r>
          </a:p>
        </p:txBody>
      </p:sp>
      <p:grpSp>
        <p:nvGrpSpPr>
          <p:cNvPr id="4" name="Group 11">
            <a:extLst>
              <a:ext uri="{FF2B5EF4-FFF2-40B4-BE49-F238E27FC236}">
                <a16:creationId xmlns:a16="http://schemas.microsoft.com/office/drawing/2014/main" id="{AE349F15-33A8-9022-AE19-C8BFCDCFC1F7}"/>
              </a:ext>
            </a:extLst>
          </p:cNvPr>
          <p:cNvGrpSpPr>
            <a:grpSpLocks/>
          </p:cNvGrpSpPr>
          <p:nvPr userDrawn="1"/>
        </p:nvGrpSpPr>
        <p:grpSpPr bwMode="auto">
          <a:xfrm>
            <a:off x="2084388" y="4912519"/>
            <a:ext cx="7059612" cy="36910"/>
            <a:chOff x="2083888" y="6550671"/>
            <a:chExt cx="7060112" cy="48665"/>
          </a:xfrm>
        </p:grpSpPr>
        <p:sp>
          <p:nvSpPr>
            <p:cNvPr id="5" name="Rectangle 4">
              <a:extLst>
                <a:ext uri="{FF2B5EF4-FFF2-40B4-BE49-F238E27FC236}">
                  <a16:creationId xmlns:a16="http://schemas.microsoft.com/office/drawing/2014/main" id="{416E42A4-9038-2F93-001D-F6B772D0672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011C93BA-DB94-2CC7-A8D5-DC0DFDD9E00D}"/>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7A9DFC6-1C15-0882-8C3C-42943738F0AB}"/>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8" name="Picture 11" descr="Picture 7.png">
            <a:extLst>
              <a:ext uri="{FF2B5EF4-FFF2-40B4-BE49-F238E27FC236}">
                <a16:creationId xmlns:a16="http://schemas.microsoft.com/office/drawing/2014/main" id="{B86BB804-259A-8F8F-41FA-DA88B76E804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048A511A-587B-E9D1-FD24-489F1425B3AD}"/>
              </a:ext>
            </a:extLst>
          </p:cNvPr>
          <p:cNvGrpSpPr>
            <a:grpSpLocks/>
          </p:cNvGrpSpPr>
          <p:nvPr userDrawn="1"/>
        </p:nvGrpSpPr>
        <p:grpSpPr bwMode="auto">
          <a:xfrm>
            <a:off x="2133600" y="4914900"/>
            <a:ext cx="7010400" cy="34529"/>
            <a:chOff x="1905000" y="6553200"/>
            <a:chExt cx="7010400" cy="45719"/>
          </a:xfrm>
        </p:grpSpPr>
        <p:sp>
          <p:nvSpPr>
            <p:cNvPr id="10" name="Rectangle 9">
              <a:extLst>
                <a:ext uri="{FF2B5EF4-FFF2-40B4-BE49-F238E27FC236}">
                  <a16:creationId xmlns:a16="http://schemas.microsoft.com/office/drawing/2014/main" id="{3A9C6DBC-6DD1-CECB-CFC8-30AC5BF064D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B0F11E1E-BC4C-114A-6713-03F2A48FB15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93C1B3D9-0449-F603-B7D0-F7E38D7F53A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3" name="Group 22">
            <a:extLst>
              <a:ext uri="{FF2B5EF4-FFF2-40B4-BE49-F238E27FC236}">
                <a16:creationId xmlns:a16="http://schemas.microsoft.com/office/drawing/2014/main" id="{820FFF0D-28C0-EDEA-9F54-9697736F5718}"/>
              </a:ext>
            </a:extLst>
          </p:cNvPr>
          <p:cNvGrpSpPr>
            <a:grpSpLocks/>
          </p:cNvGrpSpPr>
          <p:nvPr userDrawn="1"/>
        </p:nvGrpSpPr>
        <p:grpSpPr bwMode="auto">
          <a:xfrm>
            <a:off x="0" y="971550"/>
            <a:ext cx="7010400" cy="34529"/>
            <a:chOff x="1905000" y="6553200"/>
            <a:chExt cx="7010400" cy="45719"/>
          </a:xfrm>
        </p:grpSpPr>
        <p:sp>
          <p:nvSpPr>
            <p:cNvPr id="14" name="Rectangle 13">
              <a:extLst>
                <a:ext uri="{FF2B5EF4-FFF2-40B4-BE49-F238E27FC236}">
                  <a16:creationId xmlns:a16="http://schemas.microsoft.com/office/drawing/2014/main" id="{9E278A8D-931A-8414-27F2-07E882B10BE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5" name="Rectangle 14">
              <a:extLst>
                <a:ext uri="{FF2B5EF4-FFF2-40B4-BE49-F238E27FC236}">
                  <a16:creationId xmlns:a16="http://schemas.microsoft.com/office/drawing/2014/main" id="{E20CB30C-C5B8-083C-BD26-D3BB912796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E6F61B66-28D2-9FB1-E90A-C12D8EBE97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120378"/>
            <a:ext cx="8229600" cy="3394472"/>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14300"/>
            <a:ext cx="6324600" cy="85725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04408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DD1B0-36E2-5E3E-089A-36C5758F7D4C}"/>
              </a:ext>
            </a:extLst>
          </p:cNvPr>
          <p:cNvSpPr txBox="1">
            <a:spLocks noChangeArrowheads="1"/>
          </p:cNvSpPr>
          <p:nvPr userDrawn="1"/>
        </p:nvSpPr>
        <p:spPr bwMode="auto">
          <a:xfrm>
            <a:off x="3276600" y="4947048"/>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825" b="1">
                <a:solidFill>
                  <a:srgbClr val="101141"/>
                </a:solidFill>
              </a:rPr>
              <a:t>BITS </a:t>
            </a:r>
            <a:r>
              <a:rPr lang="en-US" altLang="en-US" sz="825">
                <a:solidFill>
                  <a:srgbClr val="101141"/>
                </a:solidFill>
              </a:rPr>
              <a:t>Pilani, Pilani Campus</a:t>
            </a:r>
          </a:p>
        </p:txBody>
      </p:sp>
      <p:grpSp>
        <p:nvGrpSpPr>
          <p:cNvPr id="4" name="Group 11">
            <a:extLst>
              <a:ext uri="{FF2B5EF4-FFF2-40B4-BE49-F238E27FC236}">
                <a16:creationId xmlns:a16="http://schemas.microsoft.com/office/drawing/2014/main" id="{AE349F15-33A8-9022-AE19-C8BFCDCFC1F7}"/>
              </a:ext>
            </a:extLst>
          </p:cNvPr>
          <p:cNvGrpSpPr>
            <a:grpSpLocks/>
          </p:cNvGrpSpPr>
          <p:nvPr userDrawn="1"/>
        </p:nvGrpSpPr>
        <p:grpSpPr bwMode="auto">
          <a:xfrm>
            <a:off x="2084388" y="4912519"/>
            <a:ext cx="7059612" cy="36910"/>
            <a:chOff x="2083888" y="6550671"/>
            <a:chExt cx="7060112" cy="48665"/>
          </a:xfrm>
        </p:grpSpPr>
        <p:sp>
          <p:nvSpPr>
            <p:cNvPr id="5" name="Rectangle 4">
              <a:extLst>
                <a:ext uri="{FF2B5EF4-FFF2-40B4-BE49-F238E27FC236}">
                  <a16:creationId xmlns:a16="http://schemas.microsoft.com/office/drawing/2014/main" id="{416E42A4-9038-2F93-001D-F6B772D0672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011C93BA-DB94-2CC7-A8D5-DC0DFDD9E00D}"/>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7A9DFC6-1C15-0882-8C3C-42943738F0AB}"/>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8" name="Picture 11" descr="Picture 7.png">
            <a:extLst>
              <a:ext uri="{FF2B5EF4-FFF2-40B4-BE49-F238E27FC236}">
                <a16:creationId xmlns:a16="http://schemas.microsoft.com/office/drawing/2014/main" id="{B86BB804-259A-8F8F-41FA-DA88B76E804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048A511A-587B-E9D1-FD24-489F1425B3AD}"/>
              </a:ext>
            </a:extLst>
          </p:cNvPr>
          <p:cNvGrpSpPr>
            <a:grpSpLocks/>
          </p:cNvGrpSpPr>
          <p:nvPr userDrawn="1"/>
        </p:nvGrpSpPr>
        <p:grpSpPr bwMode="auto">
          <a:xfrm>
            <a:off x="2133600" y="4914900"/>
            <a:ext cx="7010400" cy="34529"/>
            <a:chOff x="1905000" y="6553200"/>
            <a:chExt cx="7010400" cy="45719"/>
          </a:xfrm>
        </p:grpSpPr>
        <p:sp>
          <p:nvSpPr>
            <p:cNvPr id="10" name="Rectangle 9">
              <a:extLst>
                <a:ext uri="{FF2B5EF4-FFF2-40B4-BE49-F238E27FC236}">
                  <a16:creationId xmlns:a16="http://schemas.microsoft.com/office/drawing/2014/main" id="{3A9C6DBC-6DD1-CECB-CFC8-30AC5BF064D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B0F11E1E-BC4C-114A-6713-03F2A48FB15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93C1B3D9-0449-F603-B7D0-F7E38D7F53A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3" name="Group 22">
            <a:extLst>
              <a:ext uri="{FF2B5EF4-FFF2-40B4-BE49-F238E27FC236}">
                <a16:creationId xmlns:a16="http://schemas.microsoft.com/office/drawing/2014/main" id="{820FFF0D-28C0-EDEA-9F54-9697736F5718}"/>
              </a:ext>
            </a:extLst>
          </p:cNvPr>
          <p:cNvGrpSpPr>
            <a:grpSpLocks/>
          </p:cNvGrpSpPr>
          <p:nvPr userDrawn="1"/>
        </p:nvGrpSpPr>
        <p:grpSpPr bwMode="auto">
          <a:xfrm>
            <a:off x="0" y="971550"/>
            <a:ext cx="7010400" cy="34529"/>
            <a:chOff x="1905000" y="6553200"/>
            <a:chExt cx="7010400" cy="45719"/>
          </a:xfrm>
        </p:grpSpPr>
        <p:sp>
          <p:nvSpPr>
            <p:cNvPr id="14" name="Rectangle 13">
              <a:extLst>
                <a:ext uri="{FF2B5EF4-FFF2-40B4-BE49-F238E27FC236}">
                  <a16:creationId xmlns:a16="http://schemas.microsoft.com/office/drawing/2014/main" id="{9E278A8D-931A-8414-27F2-07E882B10BE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5" name="Rectangle 14">
              <a:extLst>
                <a:ext uri="{FF2B5EF4-FFF2-40B4-BE49-F238E27FC236}">
                  <a16:creationId xmlns:a16="http://schemas.microsoft.com/office/drawing/2014/main" id="{E20CB30C-C5B8-083C-BD26-D3BB912796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E6F61B66-28D2-9FB1-E90A-C12D8EBE97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120378"/>
            <a:ext cx="8229600" cy="3394472"/>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14300"/>
            <a:ext cx="6324600" cy="85725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86400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DD1B0-36E2-5E3E-089A-36C5758F7D4C}"/>
              </a:ext>
            </a:extLst>
          </p:cNvPr>
          <p:cNvSpPr txBox="1">
            <a:spLocks noChangeArrowheads="1"/>
          </p:cNvSpPr>
          <p:nvPr userDrawn="1"/>
        </p:nvSpPr>
        <p:spPr bwMode="auto">
          <a:xfrm>
            <a:off x="3276600" y="4947048"/>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825" b="1">
                <a:solidFill>
                  <a:srgbClr val="101141"/>
                </a:solidFill>
              </a:rPr>
              <a:t>BITS </a:t>
            </a:r>
            <a:r>
              <a:rPr lang="en-US" altLang="en-US" sz="825">
                <a:solidFill>
                  <a:srgbClr val="101141"/>
                </a:solidFill>
              </a:rPr>
              <a:t>Pilani, Pilani Campus</a:t>
            </a:r>
          </a:p>
        </p:txBody>
      </p:sp>
      <p:grpSp>
        <p:nvGrpSpPr>
          <p:cNvPr id="4" name="Group 11">
            <a:extLst>
              <a:ext uri="{FF2B5EF4-FFF2-40B4-BE49-F238E27FC236}">
                <a16:creationId xmlns:a16="http://schemas.microsoft.com/office/drawing/2014/main" id="{AE349F15-33A8-9022-AE19-C8BFCDCFC1F7}"/>
              </a:ext>
            </a:extLst>
          </p:cNvPr>
          <p:cNvGrpSpPr>
            <a:grpSpLocks/>
          </p:cNvGrpSpPr>
          <p:nvPr userDrawn="1"/>
        </p:nvGrpSpPr>
        <p:grpSpPr bwMode="auto">
          <a:xfrm>
            <a:off x="2084388" y="4912519"/>
            <a:ext cx="7059612" cy="36910"/>
            <a:chOff x="2083888" y="6550671"/>
            <a:chExt cx="7060112" cy="48665"/>
          </a:xfrm>
        </p:grpSpPr>
        <p:sp>
          <p:nvSpPr>
            <p:cNvPr id="5" name="Rectangle 4">
              <a:extLst>
                <a:ext uri="{FF2B5EF4-FFF2-40B4-BE49-F238E27FC236}">
                  <a16:creationId xmlns:a16="http://schemas.microsoft.com/office/drawing/2014/main" id="{416E42A4-9038-2F93-001D-F6B772D0672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011C93BA-DB94-2CC7-A8D5-DC0DFDD9E00D}"/>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7A9DFC6-1C15-0882-8C3C-42943738F0AB}"/>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8" name="Picture 11" descr="Picture 7.png">
            <a:extLst>
              <a:ext uri="{FF2B5EF4-FFF2-40B4-BE49-F238E27FC236}">
                <a16:creationId xmlns:a16="http://schemas.microsoft.com/office/drawing/2014/main" id="{B86BB804-259A-8F8F-41FA-DA88B76E804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048A511A-587B-E9D1-FD24-489F1425B3AD}"/>
              </a:ext>
            </a:extLst>
          </p:cNvPr>
          <p:cNvGrpSpPr>
            <a:grpSpLocks/>
          </p:cNvGrpSpPr>
          <p:nvPr userDrawn="1"/>
        </p:nvGrpSpPr>
        <p:grpSpPr bwMode="auto">
          <a:xfrm>
            <a:off x="2133600" y="4914900"/>
            <a:ext cx="7010400" cy="34529"/>
            <a:chOff x="1905000" y="6553200"/>
            <a:chExt cx="7010400" cy="45719"/>
          </a:xfrm>
        </p:grpSpPr>
        <p:sp>
          <p:nvSpPr>
            <p:cNvPr id="10" name="Rectangle 9">
              <a:extLst>
                <a:ext uri="{FF2B5EF4-FFF2-40B4-BE49-F238E27FC236}">
                  <a16:creationId xmlns:a16="http://schemas.microsoft.com/office/drawing/2014/main" id="{3A9C6DBC-6DD1-CECB-CFC8-30AC5BF064D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B0F11E1E-BC4C-114A-6713-03F2A48FB15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93C1B3D9-0449-F603-B7D0-F7E38D7F53A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3" name="Group 22">
            <a:extLst>
              <a:ext uri="{FF2B5EF4-FFF2-40B4-BE49-F238E27FC236}">
                <a16:creationId xmlns:a16="http://schemas.microsoft.com/office/drawing/2014/main" id="{820FFF0D-28C0-EDEA-9F54-9697736F5718}"/>
              </a:ext>
            </a:extLst>
          </p:cNvPr>
          <p:cNvGrpSpPr>
            <a:grpSpLocks/>
          </p:cNvGrpSpPr>
          <p:nvPr userDrawn="1"/>
        </p:nvGrpSpPr>
        <p:grpSpPr bwMode="auto">
          <a:xfrm>
            <a:off x="0" y="971550"/>
            <a:ext cx="7010400" cy="34529"/>
            <a:chOff x="1905000" y="6553200"/>
            <a:chExt cx="7010400" cy="45719"/>
          </a:xfrm>
        </p:grpSpPr>
        <p:sp>
          <p:nvSpPr>
            <p:cNvPr id="14" name="Rectangle 13">
              <a:extLst>
                <a:ext uri="{FF2B5EF4-FFF2-40B4-BE49-F238E27FC236}">
                  <a16:creationId xmlns:a16="http://schemas.microsoft.com/office/drawing/2014/main" id="{9E278A8D-931A-8414-27F2-07E882B10BE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5" name="Rectangle 14">
              <a:extLst>
                <a:ext uri="{FF2B5EF4-FFF2-40B4-BE49-F238E27FC236}">
                  <a16:creationId xmlns:a16="http://schemas.microsoft.com/office/drawing/2014/main" id="{E20CB30C-C5B8-083C-BD26-D3BB912796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E6F61B66-28D2-9FB1-E90A-C12D8EBE97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120378"/>
            <a:ext cx="8229600" cy="3394472"/>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14300"/>
            <a:ext cx="6324600" cy="85725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6400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DD1B0-36E2-5E3E-089A-36C5758F7D4C}"/>
              </a:ext>
            </a:extLst>
          </p:cNvPr>
          <p:cNvSpPr txBox="1">
            <a:spLocks noChangeArrowheads="1"/>
          </p:cNvSpPr>
          <p:nvPr userDrawn="1"/>
        </p:nvSpPr>
        <p:spPr bwMode="auto">
          <a:xfrm>
            <a:off x="3276600" y="4947048"/>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825" b="1">
                <a:solidFill>
                  <a:srgbClr val="101141"/>
                </a:solidFill>
              </a:rPr>
              <a:t>BITS </a:t>
            </a:r>
            <a:r>
              <a:rPr lang="en-US" altLang="en-US" sz="825">
                <a:solidFill>
                  <a:srgbClr val="101141"/>
                </a:solidFill>
              </a:rPr>
              <a:t>Pilani, Pilani Campus</a:t>
            </a:r>
          </a:p>
        </p:txBody>
      </p:sp>
      <p:grpSp>
        <p:nvGrpSpPr>
          <p:cNvPr id="4" name="Group 11">
            <a:extLst>
              <a:ext uri="{FF2B5EF4-FFF2-40B4-BE49-F238E27FC236}">
                <a16:creationId xmlns:a16="http://schemas.microsoft.com/office/drawing/2014/main" id="{AE349F15-33A8-9022-AE19-C8BFCDCFC1F7}"/>
              </a:ext>
            </a:extLst>
          </p:cNvPr>
          <p:cNvGrpSpPr>
            <a:grpSpLocks/>
          </p:cNvGrpSpPr>
          <p:nvPr userDrawn="1"/>
        </p:nvGrpSpPr>
        <p:grpSpPr bwMode="auto">
          <a:xfrm>
            <a:off x="2084388" y="4912519"/>
            <a:ext cx="7059612" cy="36910"/>
            <a:chOff x="2083888" y="6550671"/>
            <a:chExt cx="7060112" cy="48665"/>
          </a:xfrm>
        </p:grpSpPr>
        <p:sp>
          <p:nvSpPr>
            <p:cNvPr id="5" name="Rectangle 4">
              <a:extLst>
                <a:ext uri="{FF2B5EF4-FFF2-40B4-BE49-F238E27FC236}">
                  <a16:creationId xmlns:a16="http://schemas.microsoft.com/office/drawing/2014/main" id="{416E42A4-9038-2F93-001D-F6B772D0672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011C93BA-DB94-2CC7-A8D5-DC0DFDD9E00D}"/>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7A9DFC6-1C15-0882-8C3C-42943738F0AB}"/>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8" name="Picture 11" descr="Picture 7.png">
            <a:extLst>
              <a:ext uri="{FF2B5EF4-FFF2-40B4-BE49-F238E27FC236}">
                <a16:creationId xmlns:a16="http://schemas.microsoft.com/office/drawing/2014/main" id="{B86BB804-259A-8F8F-41FA-DA88B76E804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048A511A-587B-E9D1-FD24-489F1425B3AD}"/>
              </a:ext>
            </a:extLst>
          </p:cNvPr>
          <p:cNvGrpSpPr>
            <a:grpSpLocks/>
          </p:cNvGrpSpPr>
          <p:nvPr userDrawn="1"/>
        </p:nvGrpSpPr>
        <p:grpSpPr bwMode="auto">
          <a:xfrm>
            <a:off x="2133600" y="4914900"/>
            <a:ext cx="7010400" cy="34529"/>
            <a:chOff x="1905000" y="6553200"/>
            <a:chExt cx="7010400" cy="45719"/>
          </a:xfrm>
        </p:grpSpPr>
        <p:sp>
          <p:nvSpPr>
            <p:cNvPr id="10" name="Rectangle 9">
              <a:extLst>
                <a:ext uri="{FF2B5EF4-FFF2-40B4-BE49-F238E27FC236}">
                  <a16:creationId xmlns:a16="http://schemas.microsoft.com/office/drawing/2014/main" id="{3A9C6DBC-6DD1-CECB-CFC8-30AC5BF064D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B0F11E1E-BC4C-114A-6713-03F2A48FB15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93C1B3D9-0449-F603-B7D0-F7E38D7F53A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3" name="Group 22">
            <a:extLst>
              <a:ext uri="{FF2B5EF4-FFF2-40B4-BE49-F238E27FC236}">
                <a16:creationId xmlns:a16="http://schemas.microsoft.com/office/drawing/2014/main" id="{820FFF0D-28C0-EDEA-9F54-9697736F5718}"/>
              </a:ext>
            </a:extLst>
          </p:cNvPr>
          <p:cNvGrpSpPr>
            <a:grpSpLocks/>
          </p:cNvGrpSpPr>
          <p:nvPr userDrawn="1"/>
        </p:nvGrpSpPr>
        <p:grpSpPr bwMode="auto">
          <a:xfrm>
            <a:off x="0" y="971550"/>
            <a:ext cx="7010400" cy="34529"/>
            <a:chOff x="1905000" y="6553200"/>
            <a:chExt cx="7010400" cy="45719"/>
          </a:xfrm>
        </p:grpSpPr>
        <p:sp>
          <p:nvSpPr>
            <p:cNvPr id="14" name="Rectangle 13">
              <a:extLst>
                <a:ext uri="{FF2B5EF4-FFF2-40B4-BE49-F238E27FC236}">
                  <a16:creationId xmlns:a16="http://schemas.microsoft.com/office/drawing/2014/main" id="{9E278A8D-931A-8414-27F2-07E882B10BE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5" name="Rectangle 14">
              <a:extLst>
                <a:ext uri="{FF2B5EF4-FFF2-40B4-BE49-F238E27FC236}">
                  <a16:creationId xmlns:a16="http://schemas.microsoft.com/office/drawing/2014/main" id="{E20CB30C-C5B8-083C-BD26-D3BB912796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E6F61B66-28D2-9FB1-E90A-C12D8EBE97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120378"/>
            <a:ext cx="8229600" cy="3394472"/>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14300"/>
            <a:ext cx="6324600" cy="85725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75797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DD1B0-36E2-5E3E-089A-36C5758F7D4C}"/>
              </a:ext>
            </a:extLst>
          </p:cNvPr>
          <p:cNvSpPr txBox="1">
            <a:spLocks noChangeArrowheads="1"/>
          </p:cNvSpPr>
          <p:nvPr userDrawn="1"/>
        </p:nvSpPr>
        <p:spPr bwMode="auto">
          <a:xfrm>
            <a:off x="3276600" y="4947048"/>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825" b="1">
                <a:solidFill>
                  <a:srgbClr val="101141"/>
                </a:solidFill>
              </a:rPr>
              <a:t>BITS </a:t>
            </a:r>
            <a:r>
              <a:rPr lang="en-US" altLang="en-US" sz="825">
                <a:solidFill>
                  <a:srgbClr val="101141"/>
                </a:solidFill>
              </a:rPr>
              <a:t>Pilani, Pilani Campus</a:t>
            </a:r>
          </a:p>
        </p:txBody>
      </p:sp>
      <p:grpSp>
        <p:nvGrpSpPr>
          <p:cNvPr id="4" name="Group 11">
            <a:extLst>
              <a:ext uri="{FF2B5EF4-FFF2-40B4-BE49-F238E27FC236}">
                <a16:creationId xmlns:a16="http://schemas.microsoft.com/office/drawing/2014/main" id="{AE349F15-33A8-9022-AE19-C8BFCDCFC1F7}"/>
              </a:ext>
            </a:extLst>
          </p:cNvPr>
          <p:cNvGrpSpPr>
            <a:grpSpLocks/>
          </p:cNvGrpSpPr>
          <p:nvPr userDrawn="1"/>
        </p:nvGrpSpPr>
        <p:grpSpPr bwMode="auto">
          <a:xfrm>
            <a:off x="2084388" y="4912519"/>
            <a:ext cx="7059612" cy="36910"/>
            <a:chOff x="2083888" y="6550671"/>
            <a:chExt cx="7060112" cy="48665"/>
          </a:xfrm>
        </p:grpSpPr>
        <p:sp>
          <p:nvSpPr>
            <p:cNvPr id="5" name="Rectangle 4">
              <a:extLst>
                <a:ext uri="{FF2B5EF4-FFF2-40B4-BE49-F238E27FC236}">
                  <a16:creationId xmlns:a16="http://schemas.microsoft.com/office/drawing/2014/main" id="{416E42A4-9038-2F93-001D-F6B772D0672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011C93BA-DB94-2CC7-A8D5-DC0DFDD9E00D}"/>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7A9DFC6-1C15-0882-8C3C-42943738F0AB}"/>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8" name="Picture 11" descr="Picture 7.png">
            <a:extLst>
              <a:ext uri="{FF2B5EF4-FFF2-40B4-BE49-F238E27FC236}">
                <a16:creationId xmlns:a16="http://schemas.microsoft.com/office/drawing/2014/main" id="{B86BB804-259A-8F8F-41FA-DA88B76E804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048A511A-587B-E9D1-FD24-489F1425B3AD}"/>
              </a:ext>
            </a:extLst>
          </p:cNvPr>
          <p:cNvGrpSpPr>
            <a:grpSpLocks/>
          </p:cNvGrpSpPr>
          <p:nvPr userDrawn="1"/>
        </p:nvGrpSpPr>
        <p:grpSpPr bwMode="auto">
          <a:xfrm>
            <a:off x="2133600" y="4914900"/>
            <a:ext cx="7010400" cy="34529"/>
            <a:chOff x="1905000" y="6553200"/>
            <a:chExt cx="7010400" cy="45719"/>
          </a:xfrm>
        </p:grpSpPr>
        <p:sp>
          <p:nvSpPr>
            <p:cNvPr id="10" name="Rectangle 9">
              <a:extLst>
                <a:ext uri="{FF2B5EF4-FFF2-40B4-BE49-F238E27FC236}">
                  <a16:creationId xmlns:a16="http://schemas.microsoft.com/office/drawing/2014/main" id="{3A9C6DBC-6DD1-CECB-CFC8-30AC5BF064D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B0F11E1E-BC4C-114A-6713-03F2A48FB15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93C1B3D9-0449-F603-B7D0-F7E38D7F53A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3" name="Group 22">
            <a:extLst>
              <a:ext uri="{FF2B5EF4-FFF2-40B4-BE49-F238E27FC236}">
                <a16:creationId xmlns:a16="http://schemas.microsoft.com/office/drawing/2014/main" id="{820FFF0D-28C0-EDEA-9F54-9697736F5718}"/>
              </a:ext>
            </a:extLst>
          </p:cNvPr>
          <p:cNvGrpSpPr>
            <a:grpSpLocks/>
          </p:cNvGrpSpPr>
          <p:nvPr userDrawn="1"/>
        </p:nvGrpSpPr>
        <p:grpSpPr bwMode="auto">
          <a:xfrm>
            <a:off x="0" y="971550"/>
            <a:ext cx="7010400" cy="34529"/>
            <a:chOff x="1905000" y="6553200"/>
            <a:chExt cx="7010400" cy="45719"/>
          </a:xfrm>
        </p:grpSpPr>
        <p:sp>
          <p:nvSpPr>
            <p:cNvPr id="14" name="Rectangle 13">
              <a:extLst>
                <a:ext uri="{FF2B5EF4-FFF2-40B4-BE49-F238E27FC236}">
                  <a16:creationId xmlns:a16="http://schemas.microsoft.com/office/drawing/2014/main" id="{9E278A8D-931A-8414-27F2-07E882B10BE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5" name="Rectangle 14">
              <a:extLst>
                <a:ext uri="{FF2B5EF4-FFF2-40B4-BE49-F238E27FC236}">
                  <a16:creationId xmlns:a16="http://schemas.microsoft.com/office/drawing/2014/main" id="{E20CB30C-C5B8-083C-BD26-D3BB912796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E6F61B66-28D2-9FB1-E90A-C12D8EBE97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120378"/>
            <a:ext cx="8229600" cy="3394472"/>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14300"/>
            <a:ext cx="6324600" cy="85725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30798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DD1B0-36E2-5E3E-089A-36C5758F7D4C}"/>
              </a:ext>
            </a:extLst>
          </p:cNvPr>
          <p:cNvSpPr txBox="1">
            <a:spLocks noChangeArrowheads="1"/>
          </p:cNvSpPr>
          <p:nvPr userDrawn="1"/>
        </p:nvSpPr>
        <p:spPr bwMode="auto">
          <a:xfrm>
            <a:off x="3276600" y="4947048"/>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825" b="1">
                <a:solidFill>
                  <a:srgbClr val="101141"/>
                </a:solidFill>
              </a:rPr>
              <a:t>BITS </a:t>
            </a:r>
            <a:r>
              <a:rPr lang="en-US" altLang="en-US" sz="825">
                <a:solidFill>
                  <a:srgbClr val="101141"/>
                </a:solidFill>
              </a:rPr>
              <a:t>Pilani, Pilani Campus</a:t>
            </a:r>
          </a:p>
        </p:txBody>
      </p:sp>
      <p:grpSp>
        <p:nvGrpSpPr>
          <p:cNvPr id="4" name="Group 11">
            <a:extLst>
              <a:ext uri="{FF2B5EF4-FFF2-40B4-BE49-F238E27FC236}">
                <a16:creationId xmlns:a16="http://schemas.microsoft.com/office/drawing/2014/main" id="{AE349F15-33A8-9022-AE19-C8BFCDCFC1F7}"/>
              </a:ext>
            </a:extLst>
          </p:cNvPr>
          <p:cNvGrpSpPr>
            <a:grpSpLocks/>
          </p:cNvGrpSpPr>
          <p:nvPr userDrawn="1"/>
        </p:nvGrpSpPr>
        <p:grpSpPr bwMode="auto">
          <a:xfrm>
            <a:off x="2084388" y="4912519"/>
            <a:ext cx="7059612" cy="36910"/>
            <a:chOff x="2083888" y="6550671"/>
            <a:chExt cx="7060112" cy="48665"/>
          </a:xfrm>
        </p:grpSpPr>
        <p:sp>
          <p:nvSpPr>
            <p:cNvPr id="5" name="Rectangle 4">
              <a:extLst>
                <a:ext uri="{FF2B5EF4-FFF2-40B4-BE49-F238E27FC236}">
                  <a16:creationId xmlns:a16="http://schemas.microsoft.com/office/drawing/2014/main" id="{416E42A4-9038-2F93-001D-F6B772D0672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011C93BA-DB94-2CC7-A8D5-DC0DFDD9E00D}"/>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7A9DFC6-1C15-0882-8C3C-42943738F0AB}"/>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8" name="Picture 11" descr="Picture 7.png">
            <a:extLst>
              <a:ext uri="{FF2B5EF4-FFF2-40B4-BE49-F238E27FC236}">
                <a16:creationId xmlns:a16="http://schemas.microsoft.com/office/drawing/2014/main" id="{B86BB804-259A-8F8F-41FA-DA88B76E804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048A511A-587B-E9D1-FD24-489F1425B3AD}"/>
              </a:ext>
            </a:extLst>
          </p:cNvPr>
          <p:cNvGrpSpPr>
            <a:grpSpLocks/>
          </p:cNvGrpSpPr>
          <p:nvPr userDrawn="1"/>
        </p:nvGrpSpPr>
        <p:grpSpPr bwMode="auto">
          <a:xfrm>
            <a:off x="2133600" y="4914900"/>
            <a:ext cx="7010400" cy="34529"/>
            <a:chOff x="1905000" y="6553200"/>
            <a:chExt cx="7010400" cy="45719"/>
          </a:xfrm>
        </p:grpSpPr>
        <p:sp>
          <p:nvSpPr>
            <p:cNvPr id="10" name="Rectangle 9">
              <a:extLst>
                <a:ext uri="{FF2B5EF4-FFF2-40B4-BE49-F238E27FC236}">
                  <a16:creationId xmlns:a16="http://schemas.microsoft.com/office/drawing/2014/main" id="{3A9C6DBC-6DD1-CECB-CFC8-30AC5BF064D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B0F11E1E-BC4C-114A-6713-03F2A48FB15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93C1B3D9-0449-F603-B7D0-F7E38D7F53A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3" name="Group 22">
            <a:extLst>
              <a:ext uri="{FF2B5EF4-FFF2-40B4-BE49-F238E27FC236}">
                <a16:creationId xmlns:a16="http://schemas.microsoft.com/office/drawing/2014/main" id="{820FFF0D-28C0-EDEA-9F54-9697736F5718}"/>
              </a:ext>
            </a:extLst>
          </p:cNvPr>
          <p:cNvGrpSpPr>
            <a:grpSpLocks/>
          </p:cNvGrpSpPr>
          <p:nvPr userDrawn="1"/>
        </p:nvGrpSpPr>
        <p:grpSpPr bwMode="auto">
          <a:xfrm>
            <a:off x="0" y="971550"/>
            <a:ext cx="7010400" cy="34529"/>
            <a:chOff x="1905000" y="6553200"/>
            <a:chExt cx="7010400" cy="45719"/>
          </a:xfrm>
        </p:grpSpPr>
        <p:sp>
          <p:nvSpPr>
            <p:cNvPr id="14" name="Rectangle 13">
              <a:extLst>
                <a:ext uri="{FF2B5EF4-FFF2-40B4-BE49-F238E27FC236}">
                  <a16:creationId xmlns:a16="http://schemas.microsoft.com/office/drawing/2014/main" id="{9E278A8D-931A-8414-27F2-07E882B10BE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5" name="Rectangle 14">
              <a:extLst>
                <a:ext uri="{FF2B5EF4-FFF2-40B4-BE49-F238E27FC236}">
                  <a16:creationId xmlns:a16="http://schemas.microsoft.com/office/drawing/2014/main" id="{E20CB30C-C5B8-083C-BD26-D3BB912796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E6F61B66-28D2-9FB1-E90A-C12D8EBE97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120378"/>
            <a:ext cx="8229600" cy="3394472"/>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14300"/>
            <a:ext cx="6324600" cy="85725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48484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DD1B0-36E2-5E3E-089A-36C5758F7D4C}"/>
              </a:ext>
            </a:extLst>
          </p:cNvPr>
          <p:cNvSpPr txBox="1">
            <a:spLocks noChangeArrowheads="1"/>
          </p:cNvSpPr>
          <p:nvPr userDrawn="1"/>
        </p:nvSpPr>
        <p:spPr bwMode="auto">
          <a:xfrm>
            <a:off x="3276600" y="4947048"/>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825" b="1">
                <a:solidFill>
                  <a:srgbClr val="101141"/>
                </a:solidFill>
              </a:rPr>
              <a:t>BITS </a:t>
            </a:r>
            <a:r>
              <a:rPr lang="en-US" altLang="en-US" sz="825">
                <a:solidFill>
                  <a:srgbClr val="101141"/>
                </a:solidFill>
              </a:rPr>
              <a:t>Pilani, Pilani Campus</a:t>
            </a:r>
          </a:p>
        </p:txBody>
      </p:sp>
      <p:grpSp>
        <p:nvGrpSpPr>
          <p:cNvPr id="4" name="Group 11">
            <a:extLst>
              <a:ext uri="{FF2B5EF4-FFF2-40B4-BE49-F238E27FC236}">
                <a16:creationId xmlns:a16="http://schemas.microsoft.com/office/drawing/2014/main" id="{AE349F15-33A8-9022-AE19-C8BFCDCFC1F7}"/>
              </a:ext>
            </a:extLst>
          </p:cNvPr>
          <p:cNvGrpSpPr>
            <a:grpSpLocks/>
          </p:cNvGrpSpPr>
          <p:nvPr userDrawn="1"/>
        </p:nvGrpSpPr>
        <p:grpSpPr bwMode="auto">
          <a:xfrm>
            <a:off x="2084388" y="4912519"/>
            <a:ext cx="7059612" cy="36910"/>
            <a:chOff x="2083888" y="6550671"/>
            <a:chExt cx="7060112" cy="48665"/>
          </a:xfrm>
        </p:grpSpPr>
        <p:sp>
          <p:nvSpPr>
            <p:cNvPr id="5" name="Rectangle 4">
              <a:extLst>
                <a:ext uri="{FF2B5EF4-FFF2-40B4-BE49-F238E27FC236}">
                  <a16:creationId xmlns:a16="http://schemas.microsoft.com/office/drawing/2014/main" id="{416E42A4-9038-2F93-001D-F6B772D0672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011C93BA-DB94-2CC7-A8D5-DC0DFDD9E00D}"/>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7A9DFC6-1C15-0882-8C3C-42943738F0AB}"/>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8" name="Picture 11" descr="Picture 7.png">
            <a:extLst>
              <a:ext uri="{FF2B5EF4-FFF2-40B4-BE49-F238E27FC236}">
                <a16:creationId xmlns:a16="http://schemas.microsoft.com/office/drawing/2014/main" id="{B86BB804-259A-8F8F-41FA-DA88B76E804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048A511A-587B-E9D1-FD24-489F1425B3AD}"/>
              </a:ext>
            </a:extLst>
          </p:cNvPr>
          <p:cNvGrpSpPr>
            <a:grpSpLocks/>
          </p:cNvGrpSpPr>
          <p:nvPr userDrawn="1"/>
        </p:nvGrpSpPr>
        <p:grpSpPr bwMode="auto">
          <a:xfrm>
            <a:off x="2133600" y="4914900"/>
            <a:ext cx="7010400" cy="34529"/>
            <a:chOff x="1905000" y="6553200"/>
            <a:chExt cx="7010400" cy="45719"/>
          </a:xfrm>
        </p:grpSpPr>
        <p:sp>
          <p:nvSpPr>
            <p:cNvPr id="10" name="Rectangle 9">
              <a:extLst>
                <a:ext uri="{FF2B5EF4-FFF2-40B4-BE49-F238E27FC236}">
                  <a16:creationId xmlns:a16="http://schemas.microsoft.com/office/drawing/2014/main" id="{3A9C6DBC-6DD1-CECB-CFC8-30AC5BF064D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B0F11E1E-BC4C-114A-6713-03F2A48FB15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93C1B3D9-0449-F603-B7D0-F7E38D7F53A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3" name="Group 22">
            <a:extLst>
              <a:ext uri="{FF2B5EF4-FFF2-40B4-BE49-F238E27FC236}">
                <a16:creationId xmlns:a16="http://schemas.microsoft.com/office/drawing/2014/main" id="{820FFF0D-28C0-EDEA-9F54-9697736F5718}"/>
              </a:ext>
            </a:extLst>
          </p:cNvPr>
          <p:cNvGrpSpPr>
            <a:grpSpLocks/>
          </p:cNvGrpSpPr>
          <p:nvPr userDrawn="1"/>
        </p:nvGrpSpPr>
        <p:grpSpPr bwMode="auto">
          <a:xfrm>
            <a:off x="0" y="971550"/>
            <a:ext cx="7010400" cy="34529"/>
            <a:chOff x="1905000" y="6553200"/>
            <a:chExt cx="7010400" cy="45719"/>
          </a:xfrm>
        </p:grpSpPr>
        <p:sp>
          <p:nvSpPr>
            <p:cNvPr id="14" name="Rectangle 13">
              <a:extLst>
                <a:ext uri="{FF2B5EF4-FFF2-40B4-BE49-F238E27FC236}">
                  <a16:creationId xmlns:a16="http://schemas.microsoft.com/office/drawing/2014/main" id="{9E278A8D-931A-8414-27F2-07E882B10BE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5" name="Rectangle 14">
              <a:extLst>
                <a:ext uri="{FF2B5EF4-FFF2-40B4-BE49-F238E27FC236}">
                  <a16:creationId xmlns:a16="http://schemas.microsoft.com/office/drawing/2014/main" id="{E20CB30C-C5B8-083C-BD26-D3BB912796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E6F61B66-28D2-9FB1-E90A-C12D8EBE97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120378"/>
            <a:ext cx="8229600" cy="3394472"/>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14300"/>
            <a:ext cx="6324600" cy="85725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52391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DD1B0-36E2-5E3E-089A-36C5758F7D4C}"/>
              </a:ext>
            </a:extLst>
          </p:cNvPr>
          <p:cNvSpPr txBox="1">
            <a:spLocks noChangeArrowheads="1"/>
          </p:cNvSpPr>
          <p:nvPr userDrawn="1"/>
        </p:nvSpPr>
        <p:spPr bwMode="auto">
          <a:xfrm>
            <a:off x="3276600" y="4947048"/>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825" b="1">
                <a:solidFill>
                  <a:srgbClr val="101141"/>
                </a:solidFill>
              </a:rPr>
              <a:t>BITS </a:t>
            </a:r>
            <a:r>
              <a:rPr lang="en-US" altLang="en-US" sz="825">
                <a:solidFill>
                  <a:srgbClr val="101141"/>
                </a:solidFill>
              </a:rPr>
              <a:t>Pilani, Pilani Campus</a:t>
            </a:r>
          </a:p>
        </p:txBody>
      </p:sp>
      <p:grpSp>
        <p:nvGrpSpPr>
          <p:cNvPr id="4" name="Group 11">
            <a:extLst>
              <a:ext uri="{FF2B5EF4-FFF2-40B4-BE49-F238E27FC236}">
                <a16:creationId xmlns:a16="http://schemas.microsoft.com/office/drawing/2014/main" id="{AE349F15-33A8-9022-AE19-C8BFCDCFC1F7}"/>
              </a:ext>
            </a:extLst>
          </p:cNvPr>
          <p:cNvGrpSpPr>
            <a:grpSpLocks/>
          </p:cNvGrpSpPr>
          <p:nvPr userDrawn="1"/>
        </p:nvGrpSpPr>
        <p:grpSpPr bwMode="auto">
          <a:xfrm>
            <a:off x="2084388" y="4912519"/>
            <a:ext cx="7059612" cy="36910"/>
            <a:chOff x="2083888" y="6550671"/>
            <a:chExt cx="7060112" cy="48665"/>
          </a:xfrm>
        </p:grpSpPr>
        <p:sp>
          <p:nvSpPr>
            <p:cNvPr id="5" name="Rectangle 4">
              <a:extLst>
                <a:ext uri="{FF2B5EF4-FFF2-40B4-BE49-F238E27FC236}">
                  <a16:creationId xmlns:a16="http://schemas.microsoft.com/office/drawing/2014/main" id="{416E42A4-9038-2F93-001D-F6B772D0672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011C93BA-DB94-2CC7-A8D5-DC0DFDD9E00D}"/>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7A9DFC6-1C15-0882-8C3C-42943738F0AB}"/>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8" name="Picture 11" descr="Picture 7.png">
            <a:extLst>
              <a:ext uri="{FF2B5EF4-FFF2-40B4-BE49-F238E27FC236}">
                <a16:creationId xmlns:a16="http://schemas.microsoft.com/office/drawing/2014/main" id="{B86BB804-259A-8F8F-41FA-DA88B76E804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048A511A-587B-E9D1-FD24-489F1425B3AD}"/>
              </a:ext>
            </a:extLst>
          </p:cNvPr>
          <p:cNvGrpSpPr>
            <a:grpSpLocks/>
          </p:cNvGrpSpPr>
          <p:nvPr userDrawn="1"/>
        </p:nvGrpSpPr>
        <p:grpSpPr bwMode="auto">
          <a:xfrm>
            <a:off x="2133600" y="4914900"/>
            <a:ext cx="7010400" cy="34529"/>
            <a:chOff x="1905000" y="6553200"/>
            <a:chExt cx="7010400" cy="45719"/>
          </a:xfrm>
        </p:grpSpPr>
        <p:sp>
          <p:nvSpPr>
            <p:cNvPr id="10" name="Rectangle 9">
              <a:extLst>
                <a:ext uri="{FF2B5EF4-FFF2-40B4-BE49-F238E27FC236}">
                  <a16:creationId xmlns:a16="http://schemas.microsoft.com/office/drawing/2014/main" id="{3A9C6DBC-6DD1-CECB-CFC8-30AC5BF064D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B0F11E1E-BC4C-114A-6713-03F2A48FB15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93C1B3D9-0449-F603-B7D0-F7E38D7F53A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3" name="Group 22">
            <a:extLst>
              <a:ext uri="{FF2B5EF4-FFF2-40B4-BE49-F238E27FC236}">
                <a16:creationId xmlns:a16="http://schemas.microsoft.com/office/drawing/2014/main" id="{820FFF0D-28C0-EDEA-9F54-9697736F5718}"/>
              </a:ext>
            </a:extLst>
          </p:cNvPr>
          <p:cNvGrpSpPr>
            <a:grpSpLocks/>
          </p:cNvGrpSpPr>
          <p:nvPr userDrawn="1"/>
        </p:nvGrpSpPr>
        <p:grpSpPr bwMode="auto">
          <a:xfrm>
            <a:off x="0" y="971550"/>
            <a:ext cx="7010400" cy="34529"/>
            <a:chOff x="1905000" y="6553200"/>
            <a:chExt cx="7010400" cy="45719"/>
          </a:xfrm>
        </p:grpSpPr>
        <p:sp>
          <p:nvSpPr>
            <p:cNvPr id="14" name="Rectangle 13">
              <a:extLst>
                <a:ext uri="{FF2B5EF4-FFF2-40B4-BE49-F238E27FC236}">
                  <a16:creationId xmlns:a16="http://schemas.microsoft.com/office/drawing/2014/main" id="{9E278A8D-931A-8414-27F2-07E882B10BE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5" name="Rectangle 14">
              <a:extLst>
                <a:ext uri="{FF2B5EF4-FFF2-40B4-BE49-F238E27FC236}">
                  <a16:creationId xmlns:a16="http://schemas.microsoft.com/office/drawing/2014/main" id="{E20CB30C-C5B8-083C-BD26-D3BB912796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E6F61B66-28D2-9FB1-E90A-C12D8EBE97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120378"/>
            <a:ext cx="8229600" cy="3394472"/>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14300"/>
            <a:ext cx="6324600" cy="85725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449947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DD1B0-36E2-5E3E-089A-36C5758F7D4C}"/>
              </a:ext>
            </a:extLst>
          </p:cNvPr>
          <p:cNvSpPr txBox="1">
            <a:spLocks noChangeArrowheads="1"/>
          </p:cNvSpPr>
          <p:nvPr userDrawn="1"/>
        </p:nvSpPr>
        <p:spPr bwMode="auto">
          <a:xfrm>
            <a:off x="3276600" y="4947048"/>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825" b="1">
                <a:solidFill>
                  <a:srgbClr val="101141"/>
                </a:solidFill>
              </a:rPr>
              <a:t>BITS </a:t>
            </a:r>
            <a:r>
              <a:rPr lang="en-US" altLang="en-US" sz="825">
                <a:solidFill>
                  <a:srgbClr val="101141"/>
                </a:solidFill>
              </a:rPr>
              <a:t>Pilani, Pilani Campus</a:t>
            </a:r>
          </a:p>
        </p:txBody>
      </p:sp>
      <p:grpSp>
        <p:nvGrpSpPr>
          <p:cNvPr id="4" name="Group 11">
            <a:extLst>
              <a:ext uri="{FF2B5EF4-FFF2-40B4-BE49-F238E27FC236}">
                <a16:creationId xmlns:a16="http://schemas.microsoft.com/office/drawing/2014/main" id="{AE349F15-33A8-9022-AE19-C8BFCDCFC1F7}"/>
              </a:ext>
            </a:extLst>
          </p:cNvPr>
          <p:cNvGrpSpPr>
            <a:grpSpLocks/>
          </p:cNvGrpSpPr>
          <p:nvPr userDrawn="1"/>
        </p:nvGrpSpPr>
        <p:grpSpPr bwMode="auto">
          <a:xfrm>
            <a:off x="2084388" y="4912519"/>
            <a:ext cx="7059612" cy="36910"/>
            <a:chOff x="2083888" y="6550671"/>
            <a:chExt cx="7060112" cy="48665"/>
          </a:xfrm>
        </p:grpSpPr>
        <p:sp>
          <p:nvSpPr>
            <p:cNvPr id="5" name="Rectangle 4">
              <a:extLst>
                <a:ext uri="{FF2B5EF4-FFF2-40B4-BE49-F238E27FC236}">
                  <a16:creationId xmlns:a16="http://schemas.microsoft.com/office/drawing/2014/main" id="{416E42A4-9038-2F93-001D-F6B772D0672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011C93BA-DB94-2CC7-A8D5-DC0DFDD9E00D}"/>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7A9DFC6-1C15-0882-8C3C-42943738F0AB}"/>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8" name="Picture 11" descr="Picture 7.png">
            <a:extLst>
              <a:ext uri="{FF2B5EF4-FFF2-40B4-BE49-F238E27FC236}">
                <a16:creationId xmlns:a16="http://schemas.microsoft.com/office/drawing/2014/main" id="{B86BB804-259A-8F8F-41FA-DA88B76E804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048A511A-587B-E9D1-FD24-489F1425B3AD}"/>
              </a:ext>
            </a:extLst>
          </p:cNvPr>
          <p:cNvGrpSpPr>
            <a:grpSpLocks/>
          </p:cNvGrpSpPr>
          <p:nvPr userDrawn="1"/>
        </p:nvGrpSpPr>
        <p:grpSpPr bwMode="auto">
          <a:xfrm>
            <a:off x="2133600" y="4914900"/>
            <a:ext cx="7010400" cy="34529"/>
            <a:chOff x="1905000" y="6553200"/>
            <a:chExt cx="7010400" cy="45719"/>
          </a:xfrm>
        </p:grpSpPr>
        <p:sp>
          <p:nvSpPr>
            <p:cNvPr id="10" name="Rectangle 9">
              <a:extLst>
                <a:ext uri="{FF2B5EF4-FFF2-40B4-BE49-F238E27FC236}">
                  <a16:creationId xmlns:a16="http://schemas.microsoft.com/office/drawing/2014/main" id="{3A9C6DBC-6DD1-CECB-CFC8-30AC5BF064D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B0F11E1E-BC4C-114A-6713-03F2A48FB15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93C1B3D9-0449-F603-B7D0-F7E38D7F53A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3" name="Group 22">
            <a:extLst>
              <a:ext uri="{FF2B5EF4-FFF2-40B4-BE49-F238E27FC236}">
                <a16:creationId xmlns:a16="http://schemas.microsoft.com/office/drawing/2014/main" id="{820FFF0D-28C0-EDEA-9F54-9697736F5718}"/>
              </a:ext>
            </a:extLst>
          </p:cNvPr>
          <p:cNvGrpSpPr>
            <a:grpSpLocks/>
          </p:cNvGrpSpPr>
          <p:nvPr userDrawn="1"/>
        </p:nvGrpSpPr>
        <p:grpSpPr bwMode="auto">
          <a:xfrm>
            <a:off x="0" y="971550"/>
            <a:ext cx="7010400" cy="34529"/>
            <a:chOff x="1905000" y="6553200"/>
            <a:chExt cx="7010400" cy="45719"/>
          </a:xfrm>
        </p:grpSpPr>
        <p:sp>
          <p:nvSpPr>
            <p:cNvPr id="14" name="Rectangle 13">
              <a:extLst>
                <a:ext uri="{FF2B5EF4-FFF2-40B4-BE49-F238E27FC236}">
                  <a16:creationId xmlns:a16="http://schemas.microsoft.com/office/drawing/2014/main" id="{9E278A8D-931A-8414-27F2-07E882B10BE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5" name="Rectangle 14">
              <a:extLst>
                <a:ext uri="{FF2B5EF4-FFF2-40B4-BE49-F238E27FC236}">
                  <a16:creationId xmlns:a16="http://schemas.microsoft.com/office/drawing/2014/main" id="{E20CB30C-C5B8-083C-BD26-D3BB912796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E6F61B66-28D2-9FB1-E90A-C12D8EBE97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120378"/>
            <a:ext cx="8229600" cy="3394472"/>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14300"/>
            <a:ext cx="6324600" cy="85725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11003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DD1B0-36E2-5E3E-089A-36C5758F7D4C}"/>
              </a:ext>
            </a:extLst>
          </p:cNvPr>
          <p:cNvSpPr txBox="1">
            <a:spLocks noChangeArrowheads="1"/>
          </p:cNvSpPr>
          <p:nvPr userDrawn="1"/>
        </p:nvSpPr>
        <p:spPr bwMode="auto">
          <a:xfrm>
            <a:off x="3276600" y="4947048"/>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825" b="1">
                <a:solidFill>
                  <a:srgbClr val="101141"/>
                </a:solidFill>
              </a:rPr>
              <a:t>BITS </a:t>
            </a:r>
            <a:r>
              <a:rPr lang="en-US" altLang="en-US" sz="825">
                <a:solidFill>
                  <a:srgbClr val="101141"/>
                </a:solidFill>
              </a:rPr>
              <a:t>Pilani, Pilani Campus</a:t>
            </a:r>
          </a:p>
        </p:txBody>
      </p:sp>
      <p:grpSp>
        <p:nvGrpSpPr>
          <p:cNvPr id="4" name="Group 11">
            <a:extLst>
              <a:ext uri="{FF2B5EF4-FFF2-40B4-BE49-F238E27FC236}">
                <a16:creationId xmlns:a16="http://schemas.microsoft.com/office/drawing/2014/main" id="{AE349F15-33A8-9022-AE19-C8BFCDCFC1F7}"/>
              </a:ext>
            </a:extLst>
          </p:cNvPr>
          <p:cNvGrpSpPr>
            <a:grpSpLocks/>
          </p:cNvGrpSpPr>
          <p:nvPr userDrawn="1"/>
        </p:nvGrpSpPr>
        <p:grpSpPr bwMode="auto">
          <a:xfrm>
            <a:off x="2084388" y="4912519"/>
            <a:ext cx="7059612" cy="36910"/>
            <a:chOff x="2083888" y="6550671"/>
            <a:chExt cx="7060112" cy="48665"/>
          </a:xfrm>
        </p:grpSpPr>
        <p:sp>
          <p:nvSpPr>
            <p:cNvPr id="5" name="Rectangle 4">
              <a:extLst>
                <a:ext uri="{FF2B5EF4-FFF2-40B4-BE49-F238E27FC236}">
                  <a16:creationId xmlns:a16="http://schemas.microsoft.com/office/drawing/2014/main" id="{416E42A4-9038-2F93-001D-F6B772D0672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Rectangle 5">
              <a:extLst>
                <a:ext uri="{FF2B5EF4-FFF2-40B4-BE49-F238E27FC236}">
                  <a16:creationId xmlns:a16="http://schemas.microsoft.com/office/drawing/2014/main" id="{011C93BA-DB94-2CC7-A8D5-DC0DFDD9E00D}"/>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7A9DFC6-1C15-0882-8C3C-42943738F0AB}"/>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8" name="Picture 11" descr="Picture 7.png">
            <a:extLst>
              <a:ext uri="{FF2B5EF4-FFF2-40B4-BE49-F238E27FC236}">
                <a16:creationId xmlns:a16="http://schemas.microsoft.com/office/drawing/2014/main" id="{B86BB804-259A-8F8F-41FA-DA88B76E804C}"/>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1" y="0"/>
            <a:ext cx="219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048A511A-587B-E9D1-FD24-489F1425B3AD}"/>
              </a:ext>
            </a:extLst>
          </p:cNvPr>
          <p:cNvGrpSpPr>
            <a:grpSpLocks/>
          </p:cNvGrpSpPr>
          <p:nvPr userDrawn="1"/>
        </p:nvGrpSpPr>
        <p:grpSpPr bwMode="auto">
          <a:xfrm>
            <a:off x="2133600" y="4914900"/>
            <a:ext cx="7010400" cy="34529"/>
            <a:chOff x="1905000" y="6553200"/>
            <a:chExt cx="7010400" cy="45719"/>
          </a:xfrm>
        </p:grpSpPr>
        <p:sp>
          <p:nvSpPr>
            <p:cNvPr id="10" name="Rectangle 9">
              <a:extLst>
                <a:ext uri="{FF2B5EF4-FFF2-40B4-BE49-F238E27FC236}">
                  <a16:creationId xmlns:a16="http://schemas.microsoft.com/office/drawing/2014/main" id="{3A9C6DBC-6DD1-CECB-CFC8-30AC5BF064D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1" name="Rectangle 10">
              <a:extLst>
                <a:ext uri="{FF2B5EF4-FFF2-40B4-BE49-F238E27FC236}">
                  <a16:creationId xmlns:a16="http://schemas.microsoft.com/office/drawing/2014/main" id="{B0F11E1E-BC4C-114A-6713-03F2A48FB158}"/>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93C1B3D9-0449-F603-B7D0-F7E38D7F53A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3" name="Group 22">
            <a:extLst>
              <a:ext uri="{FF2B5EF4-FFF2-40B4-BE49-F238E27FC236}">
                <a16:creationId xmlns:a16="http://schemas.microsoft.com/office/drawing/2014/main" id="{820FFF0D-28C0-EDEA-9F54-9697736F5718}"/>
              </a:ext>
            </a:extLst>
          </p:cNvPr>
          <p:cNvGrpSpPr>
            <a:grpSpLocks/>
          </p:cNvGrpSpPr>
          <p:nvPr userDrawn="1"/>
        </p:nvGrpSpPr>
        <p:grpSpPr bwMode="auto">
          <a:xfrm>
            <a:off x="0" y="971550"/>
            <a:ext cx="7010400" cy="34529"/>
            <a:chOff x="1905000" y="6553200"/>
            <a:chExt cx="7010400" cy="45719"/>
          </a:xfrm>
        </p:grpSpPr>
        <p:sp>
          <p:nvSpPr>
            <p:cNvPr id="14" name="Rectangle 13">
              <a:extLst>
                <a:ext uri="{FF2B5EF4-FFF2-40B4-BE49-F238E27FC236}">
                  <a16:creationId xmlns:a16="http://schemas.microsoft.com/office/drawing/2014/main" id="{9E278A8D-931A-8414-27F2-07E882B10BE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5" name="Rectangle 14">
              <a:extLst>
                <a:ext uri="{FF2B5EF4-FFF2-40B4-BE49-F238E27FC236}">
                  <a16:creationId xmlns:a16="http://schemas.microsoft.com/office/drawing/2014/main" id="{E20CB30C-C5B8-083C-BD26-D3BB912796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E6F61B66-28D2-9FB1-E90A-C12D8EBE97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120378"/>
            <a:ext cx="8229600" cy="3394472"/>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14300"/>
            <a:ext cx="6324600" cy="85725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917564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Rectangle 2">
            <a:extLst>
              <a:ext uri="{FF2B5EF4-FFF2-40B4-BE49-F238E27FC236}">
                <a16:creationId xmlns:a16="http://schemas.microsoft.com/office/drawing/2014/main" id="{4F1635D6-F918-E4B0-D8DF-45976B43E5CC}"/>
              </a:ext>
            </a:extLst>
          </p:cNvPr>
          <p:cNvSpPr/>
          <p:nvPr userDrawn="1"/>
        </p:nvSpPr>
        <p:spPr>
          <a:xfrm>
            <a:off x="0" y="2514600"/>
            <a:ext cx="8686800" cy="2057400"/>
          </a:xfrm>
          <a:prstGeom prst="rect">
            <a:avLst/>
          </a:prstGeom>
          <a:solidFill>
            <a:srgbClr val="101141"/>
          </a:solidFill>
          <a:ln w="12700">
            <a:miter lim="400000"/>
          </a:ln>
        </p:spPr>
        <p:txBody>
          <a:bodyPr lIns="34289" rIns="34289" anchor="ctr"/>
          <a:lstStyle/>
          <a:p>
            <a:pPr algn="ctr">
              <a:defRPr>
                <a:solidFill>
                  <a:srgbClr val="FFFFFF"/>
                </a:solidFill>
                <a:latin typeface="+mj-lt"/>
                <a:ea typeface="+mj-ea"/>
                <a:cs typeface="+mj-cs"/>
                <a:sym typeface="Arial"/>
              </a:defRPr>
            </a:pPr>
            <a:endParaRPr sz="1350"/>
          </a:p>
        </p:txBody>
      </p:sp>
      <p:sp>
        <p:nvSpPr>
          <p:cNvPr id="6" name="Rectangle 3">
            <a:extLst>
              <a:ext uri="{FF2B5EF4-FFF2-40B4-BE49-F238E27FC236}">
                <a16:creationId xmlns:a16="http://schemas.microsoft.com/office/drawing/2014/main" id="{509FF428-FD03-A3ED-E874-F7399C457B5A}"/>
              </a:ext>
            </a:extLst>
          </p:cNvPr>
          <p:cNvSpPr/>
          <p:nvPr userDrawn="1"/>
        </p:nvSpPr>
        <p:spPr>
          <a:xfrm>
            <a:off x="2895600" y="4572000"/>
            <a:ext cx="2895600" cy="57150"/>
          </a:xfrm>
          <a:prstGeom prst="rect">
            <a:avLst/>
          </a:prstGeom>
          <a:solidFill>
            <a:srgbClr val="76C2E5"/>
          </a:solidFill>
          <a:ln w="12700">
            <a:miter lim="400000"/>
          </a:ln>
        </p:spPr>
        <p:txBody>
          <a:bodyPr lIns="34289" rIns="34289" anchor="ctr"/>
          <a:lstStyle/>
          <a:p>
            <a:pPr algn="ctr">
              <a:defRPr>
                <a:solidFill>
                  <a:srgbClr val="FFFFFF"/>
                </a:solidFill>
              </a:defRPr>
            </a:pPr>
            <a:endParaRPr sz="1350"/>
          </a:p>
        </p:txBody>
      </p:sp>
      <p:sp>
        <p:nvSpPr>
          <p:cNvPr id="7" name="Rectangle 4">
            <a:extLst>
              <a:ext uri="{FF2B5EF4-FFF2-40B4-BE49-F238E27FC236}">
                <a16:creationId xmlns:a16="http://schemas.microsoft.com/office/drawing/2014/main" id="{A493EE98-E537-385E-2051-74DF0B3608DF}"/>
              </a:ext>
            </a:extLst>
          </p:cNvPr>
          <p:cNvSpPr/>
          <p:nvPr userDrawn="1"/>
        </p:nvSpPr>
        <p:spPr>
          <a:xfrm>
            <a:off x="0" y="4572000"/>
            <a:ext cx="2895600" cy="57150"/>
          </a:xfrm>
          <a:prstGeom prst="rect">
            <a:avLst/>
          </a:prstGeom>
          <a:solidFill>
            <a:srgbClr val="FCB017"/>
          </a:solidFill>
          <a:ln w="12700">
            <a:miter lim="400000"/>
          </a:ln>
        </p:spPr>
        <p:txBody>
          <a:bodyPr lIns="34289" rIns="34289" anchor="ctr"/>
          <a:lstStyle/>
          <a:p>
            <a:pPr algn="ctr">
              <a:defRPr>
                <a:solidFill>
                  <a:srgbClr val="FFFFFF"/>
                </a:solidFill>
              </a:defRPr>
            </a:pPr>
            <a:endParaRPr sz="1350"/>
          </a:p>
        </p:txBody>
      </p:sp>
      <p:sp>
        <p:nvSpPr>
          <p:cNvPr id="8" name="Rectangle 5">
            <a:extLst>
              <a:ext uri="{FF2B5EF4-FFF2-40B4-BE49-F238E27FC236}">
                <a16:creationId xmlns:a16="http://schemas.microsoft.com/office/drawing/2014/main" id="{DE4627D7-A115-550F-D7B3-42FC43297FF1}"/>
              </a:ext>
            </a:extLst>
          </p:cNvPr>
          <p:cNvSpPr/>
          <p:nvPr userDrawn="1"/>
        </p:nvSpPr>
        <p:spPr>
          <a:xfrm>
            <a:off x="5791200" y="4572000"/>
            <a:ext cx="2895600" cy="57150"/>
          </a:xfrm>
          <a:prstGeom prst="rect">
            <a:avLst/>
          </a:prstGeom>
          <a:solidFill>
            <a:srgbClr val="FF0000"/>
          </a:solidFill>
          <a:ln w="12700">
            <a:miter lim="400000"/>
          </a:ln>
        </p:spPr>
        <p:txBody>
          <a:bodyPr lIns="34289" rIns="34289" anchor="ctr"/>
          <a:lstStyle/>
          <a:p>
            <a:pPr algn="ctr">
              <a:defRPr>
                <a:solidFill>
                  <a:srgbClr val="FFFFFF"/>
                </a:solidFill>
              </a:defRPr>
            </a:pPr>
            <a:endParaRPr sz="1350"/>
          </a:p>
        </p:txBody>
      </p:sp>
      <p:pic>
        <p:nvPicPr>
          <p:cNvPr id="9" name="Picture 10" descr="Picture 10">
            <a:extLst>
              <a:ext uri="{FF2B5EF4-FFF2-40B4-BE49-F238E27FC236}">
                <a16:creationId xmlns:a16="http://schemas.microsoft.com/office/drawing/2014/main" id="{D695F453-58E4-7D66-AB7F-98878BD64651}"/>
              </a:ext>
            </a:extLst>
          </p:cNvPr>
          <p:cNvPicPr>
            <a:picLocks noChangeAspect="1"/>
          </p:cNvPicPr>
          <p:nvPr userDrawn="1"/>
        </p:nvPicPr>
        <p:blipFill>
          <a:blip r:embed="rId2"/>
          <a:srcRect t="2" b="28592"/>
          <a:stretch>
            <a:fillRect/>
          </a:stretch>
        </p:blipFill>
        <p:spPr>
          <a:xfrm>
            <a:off x="76200" y="2514600"/>
            <a:ext cx="2057400" cy="1484711"/>
          </a:xfrm>
          <a:prstGeom prst="rect">
            <a:avLst/>
          </a:prstGeom>
          <a:ln w="12700">
            <a:miter lim="400000"/>
          </a:ln>
        </p:spPr>
      </p:pic>
      <p:sp>
        <p:nvSpPr>
          <p:cNvPr id="10" name="TextBox 8">
            <a:extLst>
              <a:ext uri="{FF2B5EF4-FFF2-40B4-BE49-F238E27FC236}">
                <a16:creationId xmlns:a16="http://schemas.microsoft.com/office/drawing/2014/main" id="{93711A98-B303-E78D-34AC-04374950E07A}"/>
              </a:ext>
            </a:extLst>
          </p:cNvPr>
          <p:cNvSpPr txBox="1"/>
          <p:nvPr userDrawn="1"/>
        </p:nvSpPr>
        <p:spPr>
          <a:xfrm>
            <a:off x="-30481" y="3943350"/>
            <a:ext cx="2118362" cy="427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89" rIns="34289">
            <a:spAutoFit/>
          </a:bodyPr>
          <a:lstStyle/>
          <a:p>
            <a:pPr algn="ctr">
              <a:defRPr sz="2900" b="1" spc="-150">
                <a:solidFill>
                  <a:srgbClr val="FFFFFF"/>
                </a:solidFill>
                <a:latin typeface="+mj-lt"/>
                <a:ea typeface="+mj-ea"/>
                <a:cs typeface="+mj-cs"/>
                <a:sym typeface="Arial"/>
              </a:defRPr>
            </a:pPr>
            <a:r>
              <a:rPr sz="2175" dirty="0"/>
              <a:t>BITS</a:t>
            </a:r>
            <a:r>
              <a:rPr sz="2175" b="0" dirty="0"/>
              <a:t> </a:t>
            </a:r>
            <a:r>
              <a:rPr sz="2175" b="0" dirty="0" err="1"/>
              <a:t>Pilani</a:t>
            </a:r>
            <a:endParaRPr sz="2175" b="0" dirty="0"/>
          </a:p>
        </p:txBody>
      </p:sp>
      <p:sp>
        <p:nvSpPr>
          <p:cNvPr id="18" name="Title Text"/>
          <p:cNvSpPr txBox="1">
            <a:spLocks noGrp="1"/>
          </p:cNvSpPr>
          <p:nvPr>
            <p:ph type="title"/>
          </p:nvPr>
        </p:nvSpPr>
        <p:spPr>
          <a:xfrm>
            <a:off x="2667000" y="2923546"/>
            <a:ext cx="6019800" cy="1143000"/>
          </a:xfrm>
          <a:prstGeom prst="rect">
            <a:avLst/>
          </a:prstGeom>
        </p:spPr>
        <p:txBody>
          <a:bodyPr/>
          <a:lstStyle/>
          <a:p>
            <a:r>
              <a:t>Title Text</a:t>
            </a:r>
          </a:p>
        </p:txBody>
      </p:sp>
    </p:spTree>
    <p:extLst>
      <p:ext uri="{BB962C8B-B14F-4D97-AF65-F5344CB8AC3E}">
        <p14:creationId xmlns:p14="http://schemas.microsoft.com/office/powerpoint/2010/main" val="220734293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Custom Layou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6" name="Rectangle 2"/>
          <p:cNvSpPr/>
          <p:nvPr/>
        </p:nvSpPr>
        <p:spPr>
          <a:xfrm>
            <a:off x="0" y="2514600"/>
            <a:ext cx="8686800" cy="2057400"/>
          </a:xfrm>
          <a:prstGeom prst="rect">
            <a:avLst/>
          </a:prstGeom>
          <a:solidFill>
            <a:srgbClr val="101141"/>
          </a:solidFill>
          <a:ln w="12700">
            <a:miter lim="400000"/>
          </a:ln>
        </p:spPr>
        <p:txBody>
          <a:bodyPr lIns="34289" rIns="34289" anchor="ctr"/>
          <a:lstStyle/>
          <a:p>
            <a:pPr algn="ctr">
              <a:defRPr>
                <a:solidFill>
                  <a:srgbClr val="FFFFFF"/>
                </a:solidFill>
                <a:latin typeface="+mj-lt"/>
                <a:ea typeface="+mj-ea"/>
                <a:cs typeface="+mj-cs"/>
                <a:sym typeface="Arial"/>
              </a:defRPr>
            </a:pPr>
            <a:endParaRPr sz="1350"/>
          </a:p>
        </p:txBody>
      </p:sp>
      <p:sp>
        <p:nvSpPr>
          <p:cNvPr id="27" name="Rectangle 3"/>
          <p:cNvSpPr/>
          <p:nvPr/>
        </p:nvSpPr>
        <p:spPr>
          <a:xfrm>
            <a:off x="2895600" y="4572000"/>
            <a:ext cx="2895600" cy="57150"/>
          </a:xfrm>
          <a:prstGeom prst="rect">
            <a:avLst/>
          </a:prstGeom>
          <a:solidFill>
            <a:srgbClr val="76C2E5"/>
          </a:solidFill>
          <a:ln w="12700">
            <a:miter lim="400000"/>
          </a:ln>
        </p:spPr>
        <p:txBody>
          <a:bodyPr lIns="34289" rIns="34289" anchor="ctr"/>
          <a:lstStyle/>
          <a:p>
            <a:pPr algn="ctr">
              <a:defRPr>
                <a:solidFill>
                  <a:srgbClr val="FFFFFF"/>
                </a:solidFill>
              </a:defRPr>
            </a:pPr>
            <a:endParaRPr sz="1350"/>
          </a:p>
        </p:txBody>
      </p:sp>
      <p:sp>
        <p:nvSpPr>
          <p:cNvPr id="28" name="Rectangle 4"/>
          <p:cNvSpPr/>
          <p:nvPr/>
        </p:nvSpPr>
        <p:spPr>
          <a:xfrm>
            <a:off x="0" y="4572000"/>
            <a:ext cx="2895600" cy="57150"/>
          </a:xfrm>
          <a:prstGeom prst="rect">
            <a:avLst/>
          </a:prstGeom>
          <a:solidFill>
            <a:srgbClr val="FCB017"/>
          </a:solidFill>
          <a:ln w="12700">
            <a:miter lim="400000"/>
          </a:ln>
        </p:spPr>
        <p:txBody>
          <a:bodyPr lIns="34289" rIns="34289" anchor="ctr"/>
          <a:lstStyle/>
          <a:p>
            <a:pPr algn="ctr">
              <a:defRPr>
                <a:solidFill>
                  <a:srgbClr val="FFFFFF"/>
                </a:solidFill>
              </a:defRPr>
            </a:pPr>
            <a:endParaRPr sz="1350"/>
          </a:p>
        </p:txBody>
      </p:sp>
      <p:sp>
        <p:nvSpPr>
          <p:cNvPr id="29" name="Rectangle 5"/>
          <p:cNvSpPr/>
          <p:nvPr/>
        </p:nvSpPr>
        <p:spPr>
          <a:xfrm>
            <a:off x="5791200" y="4572000"/>
            <a:ext cx="2895600" cy="57150"/>
          </a:xfrm>
          <a:prstGeom prst="rect">
            <a:avLst/>
          </a:prstGeom>
          <a:solidFill>
            <a:srgbClr val="FF0000"/>
          </a:solidFill>
          <a:ln w="12700">
            <a:miter lim="400000"/>
          </a:ln>
        </p:spPr>
        <p:txBody>
          <a:bodyPr lIns="34289" rIns="34289" anchor="ctr"/>
          <a:lstStyle/>
          <a:p>
            <a:pPr algn="ctr">
              <a:defRPr>
                <a:solidFill>
                  <a:srgbClr val="FFFFFF"/>
                </a:solidFill>
              </a:defRPr>
            </a:pPr>
            <a:endParaRPr sz="1350"/>
          </a:p>
        </p:txBody>
      </p:sp>
      <p:pic>
        <p:nvPicPr>
          <p:cNvPr id="30" name="Picture 10" descr="Picture 10"/>
          <p:cNvPicPr>
            <a:picLocks noChangeAspect="1"/>
          </p:cNvPicPr>
          <p:nvPr/>
        </p:nvPicPr>
        <p:blipFill>
          <a:blip r:embed="rId3"/>
          <a:srcRect t="2" b="28592"/>
          <a:stretch>
            <a:fillRect/>
          </a:stretch>
        </p:blipFill>
        <p:spPr>
          <a:xfrm>
            <a:off x="76200" y="2514600"/>
            <a:ext cx="2057400" cy="1484711"/>
          </a:xfrm>
          <a:prstGeom prst="rect">
            <a:avLst/>
          </a:prstGeom>
          <a:ln w="12700">
            <a:miter lim="400000"/>
          </a:ln>
        </p:spPr>
      </p:pic>
      <p:sp>
        <p:nvSpPr>
          <p:cNvPr id="31" name="TextBox 8"/>
          <p:cNvSpPr txBox="1"/>
          <p:nvPr/>
        </p:nvSpPr>
        <p:spPr>
          <a:xfrm>
            <a:off x="-30481" y="3943350"/>
            <a:ext cx="2118362" cy="427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89" rIns="34289">
            <a:spAutoFit/>
          </a:bodyPr>
          <a:lstStyle/>
          <a:p>
            <a:pPr algn="ctr">
              <a:defRPr sz="2900" b="1" spc="-150">
                <a:solidFill>
                  <a:srgbClr val="FFFFFF"/>
                </a:solidFill>
                <a:latin typeface="+mj-lt"/>
                <a:ea typeface="+mj-ea"/>
                <a:cs typeface="+mj-cs"/>
                <a:sym typeface="Arial"/>
              </a:defRPr>
            </a:pPr>
            <a:r>
              <a:rPr sz="2175" dirty="0"/>
              <a:t>BITS</a:t>
            </a:r>
            <a:r>
              <a:rPr sz="2175" b="0" dirty="0"/>
              <a:t> </a:t>
            </a:r>
            <a:r>
              <a:rPr sz="2175" b="0" dirty="0" err="1"/>
              <a:t>Pilani</a:t>
            </a:r>
            <a:endParaRPr sz="2175" b="0" dirty="0"/>
          </a:p>
        </p:txBody>
      </p:sp>
      <p:sp>
        <p:nvSpPr>
          <p:cNvPr id="33" name="Body Level One…"/>
          <p:cNvSpPr txBox="1">
            <a:spLocks noGrp="1"/>
          </p:cNvSpPr>
          <p:nvPr>
            <p:ph type="body" sz="quarter" idx="1"/>
          </p:nvPr>
        </p:nvSpPr>
        <p:spPr>
          <a:xfrm>
            <a:off x="2514600" y="4057650"/>
            <a:ext cx="6019800" cy="400050"/>
          </a:xfrm>
          <a:prstGeom prst="rect">
            <a:avLst/>
          </a:prstGeom>
        </p:spPr>
        <p:txBody>
          <a:bodyPr anchor="b">
            <a:normAutofit/>
          </a:bodyPr>
          <a:lstStyle>
            <a:lvl1pPr marL="0" indent="0" algn="r">
              <a:lnSpc>
                <a:spcPts val="1350"/>
              </a:lnSpc>
              <a:spcBef>
                <a:spcPts val="0"/>
              </a:spcBef>
              <a:buSzTx/>
              <a:buFontTx/>
              <a:buNone/>
              <a:defRPr sz="1350">
                <a:solidFill>
                  <a:srgbClr val="FFFFFF"/>
                </a:solidFill>
              </a:defRPr>
            </a:lvl1pPr>
            <a:lvl2pPr marL="480672" indent="-137772" algn="r">
              <a:lnSpc>
                <a:spcPts val="1350"/>
              </a:lnSpc>
              <a:spcBef>
                <a:spcPts val="0"/>
              </a:spcBef>
              <a:buFontTx/>
              <a:defRPr sz="1350">
                <a:solidFill>
                  <a:srgbClr val="FFFFFF"/>
                </a:solidFill>
              </a:defRPr>
            </a:lvl2pPr>
            <a:lvl3pPr marL="814388" indent="-128588" algn="r">
              <a:lnSpc>
                <a:spcPts val="1350"/>
              </a:lnSpc>
              <a:spcBef>
                <a:spcPts val="0"/>
              </a:spcBef>
              <a:buFontTx/>
              <a:defRPr sz="1350">
                <a:solidFill>
                  <a:srgbClr val="FFFFFF"/>
                </a:solidFill>
              </a:defRPr>
            </a:lvl3pPr>
            <a:lvl4pPr marL="1183004" indent="-154304" algn="r">
              <a:lnSpc>
                <a:spcPts val="1350"/>
              </a:lnSpc>
              <a:spcBef>
                <a:spcPts val="0"/>
              </a:spcBef>
              <a:buFontTx/>
              <a:defRPr sz="1350">
                <a:solidFill>
                  <a:srgbClr val="FFFFFF"/>
                </a:solidFill>
              </a:defRPr>
            </a:lvl4pPr>
            <a:lvl5pPr marL="1525904" indent="-154304" algn="r">
              <a:lnSpc>
                <a:spcPts val="1350"/>
              </a:lnSpc>
              <a:spcBef>
                <a:spcPts val="0"/>
              </a:spcBef>
              <a:buFontTx/>
              <a:defRPr sz="135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4" name="Title Text"/>
          <p:cNvSpPr txBox="1">
            <a:spLocks noGrp="1"/>
          </p:cNvSpPr>
          <p:nvPr>
            <p:ph type="title"/>
          </p:nvPr>
        </p:nvSpPr>
        <p:spPr>
          <a:xfrm>
            <a:off x="2514600" y="2857500"/>
            <a:ext cx="6019800" cy="1143000"/>
          </a:xfrm>
          <a:prstGeom prst="rect">
            <a:avLst/>
          </a:prstGeom>
        </p:spPr>
        <p:txBody>
          <a:bodyPr/>
          <a:lstStyle/>
          <a:p>
            <a:r>
              <a:t>Title Text</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13925740"/>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FFFFFF"/>
        </a:solidFill>
        <a:effectLst/>
      </p:bgPr>
    </p:bg>
    <p:spTree>
      <p:nvGrpSpPr>
        <p:cNvPr id="1" name=""/>
        <p:cNvGrpSpPr/>
        <p:nvPr/>
      </p:nvGrpSpPr>
      <p:grpSpPr>
        <a:xfrm>
          <a:off x="0" y="0"/>
          <a:ext cx="0" cy="0"/>
          <a:chOff x="0" y="0"/>
          <a:chExt cx="0" cy="0"/>
        </a:xfrm>
      </p:grpSpPr>
      <p:pic>
        <p:nvPicPr>
          <p:cNvPr id="42" name="Picture 6" descr="Picture 6"/>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43" name="Rectangle 2"/>
          <p:cNvSpPr/>
          <p:nvPr/>
        </p:nvSpPr>
        <p:spPr>
          <a:xfrm>
            <a:off x="0" y="3211116"/>
            <a:ext cx="9144000" cy="1932384"/>
          </a:xfrm>
          <a:prstGeom prst="rect">
            <a:avLst/>
          </a:prstGeom>
          <a:solidFill>
            <a:srgbClr val="FFFFFF"/>
          </a:solidFill>
          <a:ln>
            <a:solidFill>
              <a:srgbClr val="4A7EBB"/>
            </a:solidFill>
          </a:ln>
          <a:effectLst>
            <a:outerShdw blurRad="38100" dist="23000" dir="5400000" rotWithShape="0">
              <a:srgbClr val="000000">
                <a:alpha val="35000"/>
              </a:srgbClr>
            </a:outerShdw>
          </a:effectLst>
        </p:spPr>
        <p:txBody>
          <a:bodyPr lIns="34289" rIns="34289" anchor="ctr"/>
          <a:lstStyle/>
          <a:p>
            <a:pPr algn="ctr">
              <a:defRPr>
                <a:solidFill>
                  <a:srgbClr val="FFFFFF"/>
                </a:solidFill>
              </a:defRPr>
            </a:pPr>
            <a:endParaRPr sz="1350"/>
          </a:p>
        </p:txBody>
      </p:sp>
      <p:pic>
        <p:nvPicPr>
          <p:cNvPr id="44" name="Picture 8" descr="Picture 8"/>
          <p:cNvPicPr>
            <a:picLocks noChangeAspect="1"/>
          </p:cNvPicPr>
          <p:nvPr/>
        </p:nvPicPr>
        <p:blipFill>
          <a:blip r:embed="rId3"/>
          <a:srcRect t="2677" b="2677"/>
          <a:stretch>
            <a:fillRect/>
          </a:stretch>
        </p:blipFill>
        <p:spPr>
          <a:xfrm>
            <a:off x="6629401" y="0"/>
            <a:ext cx="2193925" cy="519113"/>
          </a:xfrm>
          <a:prstGeom prst="rect">
            <a:avLst/>
          </a:prstGeom>
          <a:ln w="12700">
            <a:miter lim="400000"/>
          </a:ln>
        </p:spPr>
      </p:pic>
      <p:sp>
        <p:nvSpPr>
          <p:cNvPr id="45" name="Rectangle 4"/>
          <p:cNvSpPr/>
          <p:nvPr/>
        </p:nvSpPr>
        <p:spPr>
          <a:xfrm>
            <a:off x="2882900" y="5081588"/>
            <a:ext cx="2895600" cy="57150"/>
          </a:xfrm>
          <a:prstGeom prst="rect">
            <a:avLst/>
          </a:prstGeom>
          <a:solidFill>
            <a:srgbClr val="76C2E5"/>
          </a:solidFill>
          <a:ln w="12700">
            <a:miter lim="400000"/>
          </a:ln>
        </p:spPr>
        <p:txBody>
          <a:bodyPr lIns="34289" rIns="34289" anchor="ctr"/>
          <a:lstStyle/>
          <a:p>
            <a:pPr algn="ctr">
              <a:defRPr>
                <a:solidFill>
                  <a:srgbClr val="FFFFFF"/>
                </a:solidFill>
              </a:defRPr>
            </a:pPr>
            <a:endParaRPr sz="1350"/>
          </a:p>
        </p:txBody>
      </p:sp>
      <p:sp>
        <p:nvSpPr>
          <p:cNvPr id="46" name="Rectangle 5"/>
          <p:cNvSpPr/>
          <p:nvPr/>
        </p:nvSpPr>
        <p:spPr>
          <a:xfrm>
            <a:off x="-12700" y="5081588"/>
            <a:ext cx="2895600" cy="57150"/>
          </a:xfrm>
          <a:prstGeom prst="rect">
            <a:avLst/>
          </a:prstGeom>
          <a:solidFill>
            <a:srgbClr val="FCB017"/>
          </a:solidFill>
          <a:ln w="12700">
            <a:miter lim="400000"/>
          </a:ln>
        </p:spPr>
        <p:txBody>
          <a:bodyPr lIns="34289" rIns="34289" anchor="ctr"/>
          <a:lstStyle/>
          <a:p>
            <a:pPr algn="ctr">
              <a:defRPr>
                <a:solidFill>
                  <a:srgbClr val="FFFFFF"/>
                </a:solidFill>
              </a:defRPr>
            </a:pPr>
            <a:endParaRPr sz="1350"/>
          </a:p>
        </p:txBody>
      </p:sp>
      <p:sp>
        <p:nvSpPr>
          <p:cNvPr id="47" name="Rectangle 6"/>
          <p:cNvSpPr/>
          <p:nvPr/>
        </p:nvSpPr>
        <p:spPr>
          <a:xfrm>
            <a:off x="5778500" y="5081588"/>
            <a:ext cx="2895600" cy="57150"/>
          </a:xfrm>
          <a:prstGeom prst="rect">
            <a:avLst/>
          </a:prstGeom>
          <a:solidFill>
            <a:srgbClr val="FF0000"/>
          </a:solidFill>
          <a:ln w="12700">
            <a:miter lim="400000"/>
          </a:ln>
        </p:spPr>
        <p:txBody>
          <a:bodyPr lIns="34289" rIns="34289" anchor="ctr"/>
          <a:lstStyle/>
          <a:p>
            <a:pPr algn="ctr">
              <a:defRPr>
                <a:solidFill>
                  <a:srgbClr val="FFFFFF"/>
                </a:solidFill>
              </a:defRPr>
            </a:pPr>
            <a:endParaRPr sz="1350"/>
          </a:p>
        </p:txBody>
      </p:sp>
      <p:sp>
        <p:nvSpPr>
          <p:cNvPr id="48" name="TextBox 7"/>
          <p:cNvSpPr txBox="1"/>
          <p:nvPr/>
        </p:nvSpPr>
        <p:spPr>
          <a:xfrm>
            <a:off x="6903719" y="571500"/>
            <a:ext cx="2118362" cy="427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89" rIns="34289">
            <a:spAutoFit/>
          </a:bodyPr>
          <a:lstStyle/>
          <a:p>
            <a:pPr algn="ctr">
              <a:defRPr sz="2900" b="1" spc="-150">
                <a:solidFill>
                  <a:srgbClr val="FFFFFF"/>
                </a:solidFill>
                <a:latin typeface="+mj-lt"/>
                <a:ea typeface="+mj-ea"/>
                <a:cs typeface="+mj-cs"/>
                <a:sym typeface="Arial"/>
              </a:defRPr>
            </a:pPr>
            <a:r>
              <a:rPr sz="2175"/>
              <a:t>BITS</a:t>
            </a:r>
            <a:r>
              <a:rPr sz="2175" b="0"/>
              <a:t> Pilani</a:t>
            </a:r>
          </a:p>
        </p:txBody>
      </p:sp>
      <p:sp>
        <p:nvSpPr>
          <p:cNvPr id="50" name="Body Level One…"/>
          <p:cNvSpPr txBox="1">
            <a:spLocks noGrp="1"/>
          </p:cNvSpPr>
          <p:nvPr>
            <p:ph type="body" sz="half" idx="1"/>
          </p:nvPr>
        </p:nvSpPr>
        <p:spPr>
          <a:xfrm>
            <a:off x="304800" y="3486150"/>
            <a:ext cx="8458200" cy="1200150"/>
          </a:xfrm>
          <a:prstGeom prst="rect">
            <a:avLst/>
          </a:prstGeom>
        </p:spPr>
        <p:txBody>
          <a:bodyPr>
            <a:normAutofit/>
          </a:bodyPr>
          <a:lstStyle>
            <a:lvl1pPr marL="0" indent="0">
              <a:lnSpc>
                <a:spcPts val="3150"/>
              </a:lnSpc>
              <a:spcBef>
                <a:spcPts val="0"/>
              </a:spcBef>
              <a:buSzTx/>
              <a:buFontTx/>
              <a:buNone/>
              <a:defRPr sz="3000" b="1" spc="-113"/>
            </a:lvl1pPr>
            <a:lvl2pPr marL="649061" indent="-306161">
              <a:lnSpc>
                <a:spcPts val="3150"/>
              </a:lnSpc>
              <a:spcBef>
                <a:spcPts val="0"/>
              </a:spcBef>
              <a:buFontTx/>
              <a:defRPr sz="3000" b="1" spc="-113"/>
            </a:lvl2pPr>
            <a:lvl3pPr marL="971550" indent="-285750">
              <a:lnSpc>
                <a:spcPts val="3150"/>
              </a:lnSpc>
              <a:spcBef>
                <a:spcPts val="0"/>
              </a:spcBef>
              <a:buFontTx/>
              <a:defRPr sz="3000" b="1" spc="-113"/>
            </a:lvl3pPr>
            <a:lvl4pPr marL="1371600" indent="-342900">
              <a:lnSpc>
                <a:spcPts val="3150"/>
              </a:lnSpc>
              <a:spcBef>
                <a:spcPts val="0"/>
              </a:spcBef>
              <a:buFontTx/>
              <a:defRPr sz="3000" b="1" spc="-113"/>
            </a:lvl4pPr>
            <a:lvl5pPr marL="1714500" indent="-342900">
              <a:lnSpc>
                <a:spcPts val="3150"/>
              </a:lnSpc>
              <a:spcBef>
                <a:spcPts val="0"/>
              </a:spcBef>
              <a:buFontTx/>
              <a:defRPr sz="3000" b="1" spc="-113"/>
            </a:lvl5pPr>
          </a:lstStyle>
          <a:p>
            <a:r>
              <a:t>Body Level One</a:t>
            </a:r>
          </a:p>
          <a:p>
            <a:pPr lvl="1"/>
            <a:r>
              <a:t>Body Level Two</a:t>
            </a:r>
          </a:p>
          <a:p>
            <a:pPr lvl="2"/>
            <a:r>
              <a:t>Body Level Three</a:t>
            </a:r>
          </a:p>
          <a:p>
            <a:pPr lvl="3"/>
            <a:r>
              <a:t>Body Level Four</a:t>
            </a:r>
          </a:p>
          <a:p>
            <a:pPr lvl="4"/>
            <a:r>
              <a:t>Body Level Five</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7479067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E9826F6-77EC-4995-BFD7-0318A680BA1A}"/>
              </a:ext>
            </a:extLst>
          </p:cNvPr>
          <p:cNvGrpSpPr/>
          <p:nvPr userDrawn="1"/>
        </p:nvGrpSpPr>
        <p:grpSpPr>
          <a:xfrm>
            <a:off x="1" y="0"/>
            <a:ext cx="9144001" cy="5166339"/>
            <a:chOff x="0" y="0"/>
            <a:chExt cx="9144001" cy="6888451"/>
          </a:xfrm>
        </p:grpSpPr>
        <p:grpSp>
          <p:nvGrpSpPr>
            <p:cNvPr id="46" name="Group 6">
              <a:extLst>
                <a:ext uri="{FF2B5EF4-FFF2-40B4-BE49-F238E27FC236}">
                  <a16:creationId xmlns:a16="http://schemas.microsoft.com/office/drawing/2014/main" id="{32D72169-E06F-45D8-A5EC-D681EB602EE5}"/>
                </a:ext>
              </a:extLst>
            </p:cNvPr>
            <p:cNvGrpSpPr/>
            <p:nvPr userDrawn="1"/>
          </p:nvGrpSpPr>
          <p:grpSpPr>
            <a:xfrm>
              <a:off x="0" y="1295400"/>
              <a:ext cx="7010401" cy="46038"/>
              <a:chOff x="0" y="0"/>
              <a:chExt cx="7010400" cy="46037"/>
            </a:xfrm>
          </p:grpSpPr>
          <p:sp>
            <p:nvSpPr>
              <p:cNvPr id="53" name="Rectangle 6">
                <a:extLst>
                  <a:ext uri="{FF2B5EF4-FFF2-40B4-BE49-F238E27FC236}">
                    <a16:creationId xmlns:a16="http://schemas.microsoft.com/office/drawing/2014/main" id="{31663E90-6CD3-4B00-A313-2FF6AA636CA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7">
                <a:extLst>
                  <a:ext uri="{FF2B5EF4-FFF2-40B4-BE49-F238E27FC236}">
                    <a16:creationId xmlns:a16="http://schemas.microsoft.com/office/drawing/2014/main" id="{991F866D-51D8-403E-B66D-97E9D9FB56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5" name="Rectangle 8">
                <a:extLst>
                  <a:ext uri="{FF2B5EF4-FFF2-40B4-BE49-F238E27FC236}">
                    <a16:creationId xmlns:a16="http://schemas.microsoft.com/office/drawing/2014/main" id="{35316865-7F39-4EDA-9213-10248D1FBE9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47" name="Group 10">
              <a:extLst>
                <a:ext uri="{FF2B5EF4-FFF2-40B4-BE49-F238E27FC236}">
                  <a16:creationId xmlns:a16="http://schemas.microsoft.com/office/drawing/2014/main" id="{2D2DD56F-AE09-49F0-9B99-D2EE701D8FF5}"/>
                </a:ext>
              </a:extLst>
            </p:cNvPr>
            <p:cNvGrpSpPr/>
            <p:nvPr userDrawn="1"/>
          </p:nvGrpSpPr>
          <p:grpSpPr>
            <a:xfrm>
              <a:off x="2133600" y="6553200"/>
              <a:ext cx="7010401" cy="46038"/>
              <a:chOff x="0" y="0"/>
              <a:chExt cx="7010400" cy="46037"/>
            </a:xfrm>
          </p:grpSpPr>
          <p:sp>
            <p:nvSpPr>
              <p:cNvPr id="50" name="Rectangle 10">
                <a:extLst>
                  <a:ext uri="{FF2B5EF4-FFF2-40B4-BE49-F238E27FC236}">
                    <a16:creationId xmlns:a16="http://schemas.microsoft.com/office/drawing/2014/main" id="{DAEB79DB-4734-4234-BD44-76AB6ABA11F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1" name="Rectangle 11">
                <a:extLst>
                  <a:ext uri="{FF2B5EF4-FFF2-40B4-BE49-F238E27FC236}">
                    <a16:creationId xmlns:a16="http://schemas.microsoft.com/office/drawing/2014/main" id="{508D804C-A4C7-412F-8063-43C1267382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2" name="Rectangle 12">
                <a:extLst>
                  <a:ext uri="{FF2B5EF4-FFF2-40B4-BE49-F238E27FC236}">
                    <a16:creationId xmlns:a16="http://schemas.microsoft.com/office/drawing/2014/main" id="{827A04DF-D4FE-44C0-87D7-AF2AA37D3F9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48" name="Picture 14" descr="Picture 14">
              <a:extLst>
                <a:ext uri="{FF2B5EF4-FFF2-40B4-BE49-F238E27FC236}">
                  <a16:creationId xmlns:a16="http://schemas.microsoft.com/office/drawing/2014/main" id="{5DC18BF1-5331-4F2F-A174-787311906D18}"/>
                </a:ext>
              </a:extLst>
            </p:cNvPr>
            <p:cNvPicPr>
              <a:picLocks noChangeAspect="1"/>
            </p:cNvPicPr>
            <p:nvPr userDrawn="1"/>
          </p:nvPicPr>
          <p:blipFill>
            <a:blip r:embed="rId2"/>
            <a:srcRect t="2677" b="2677"/>
            <a:stretch>
              <a:fillRect/>
            </a:stretch>
          </p:blipFill>
          <p:spPr>
            <a:xfrm>
              <a:off x="6629400" y="0"/>
              <a:ext cx="2193925" cy="692150"/>
            </a:xfrm>
            <a:prstGeom prst="rect">
              <a:avLst/>
            </a:prstGeom>
            <a:ln w="12700">
              <a:miter lim="400000"/>
            </a:ln>
          </p:spPr>
        </p:pic>
        <p:sp>
          <p:nvSpPr>
            <p:cNvPr id="49" name="TextBox 14">
              <a:extLst>
                <a:ext uri="{FF2B5EF4-FFF2-40B4-BE49-F238E27FC236}">
                  <a16:creationId xmlns:a16="http://schemas.microsoft.com/office/drawing/2014/main" id="{BA5796A7-03C0-4F17-B86D-A3B33F3BC2CE}"/>
                </a:ext>
              </a:extLst>
            </p:cNvPr>
            <p:cNvSpPr txBox="1"/>
            <p:nvPr userDrawn="1"/>
          </p:nvSpPr>
          <p:spPr>
            <a:xfrm>
              <a:off x="3322319" y="6596063"/>
              <a:ext cx="5775962"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sp>
        <p:nvSpPr>
          <p:cNvPr id="100" name="Body Level One…"/>
          <p:cNvSpPr txBox="1">
            <a:spLocks noGrp="1"/>
          </p:cNvSpPr>
          <p:nvPr>
            <p:ph type="body" sz="quarter" idx="1"/>
          </p:nvPr>
        </p:nvSpPr>
        <p:spPr>
          <a:xfrm>
            <a:off x="304800" y="114300"/>
            <a:ext cx="6324600" cy="857250"/>
          </a:xfrm>
          <a:prstGeom prst="rect">
            <a:avLst/>
          </a:prstGeom>
        </p:spPr>
        <p:txBody>
          <a:bodyPr anchor="ctr">
            <a:normAutofit/>
          </a:bodyPr>
          <a:lstStyle>
            <a:lvl1pPr indent="-514350">
              <a:lnSpc>
                <a:spcPts val="2700"/>
              </a:lnSpc>
              <a:spcBef>
                <a:spcPts val="0"/>
              </a:spcBef>
              <a:buSzTx/>
              <a:buFontTx/>
              <a:buNone/>
              <a:defRPr sz="2700" b="1" spc="-113"/>
            </a:lvl1pPr>
            <a:lvl2pPr marL="618444" indent="-275544">
              <a:lnSpc>
                <a:spcPts val="2700"/>
              </a:lnSpc>
              <a:spcBef>
                <a:spcPts val="0"/>
              </a:spcBef>
              <a:buFontTx/>
              <a:defRPr sz="2700" b="1" spc="-113"/>
            </a:lvl2pPr>
            <a:lvl3pPr marL="942975" indent="-257175">
              <a:lnSpc>
                <a:spcPts val="2700"/>
              </a:lnSpc>
              <a:spcBef>
                <a:spcPts val="0"/>
              </a:spcBef>
              <a:buFontTx/>
              <a:defRPr sz="2700" b="1" spc="-113"/>
            </a:lvl3pPr>
            <a:lvl4pPr marL="1337309" indent="-308609">
              <a:lnSpc>
                <a:spcPts val="2700"/>
              </a:lnSpc>
              <a:spcBef>
                <a:spcPts val="0"/>
              </a:spcBef>
              <a:buFontTx/>
              <a:defRPr sz="2700" b="1" spc="-113"/>
            </a:lvl4pPr>
            <a:lvl5pPr marL="1680209" indent="-308609">
              <a:lnSpc>
                <a:spcPts val="2700"/>
              </a:lnSpc>
              <a:spcBef>
                <a:spcPts val="0"/>
              </a:spcBef>
              <a:buFontTx/>
              <a:defRPr sz="2700" b="1" spc="-113"/>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Tree>
    <p:extLst>
      <p:ext uri="{BB962C8B-B14F-4D97-AF65-F5344CB8AC3E}">
        <p14:creationId xmlns:p14="http://schemas.microsoft.com/office/powerpoint/2010/main" val="2455504018"/>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wo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FD8716B-A31C-47B4-A0C5-7548CDD430C6}"/>
              </a:ext>
            </a:extLst>
          </p:cNvPr>
          <p:cNvGrpSpPr/>
          <p:nvPr userDrawn="1"/>
        </p:nvGrpSpPr>
        <p:grpSpPr>
          <a:xfrm>
            <a:off x="-59470" y="-480825"/>
            <a:ext cx="9267429" cy="6190364"/>
            <a:chOff x="-59470" y="-641099"/>
            <a:chExt cx="9267429" cy="8253818"/>
          </a:xfrm>
        </p:grpSpPr>
        <p:pic>
          <p:nvPicPr>
            <p:cNvPr id="23" name="Graphic 22">
              <a:extLst>
                <a:ext uri="{FF2B5EF4-FFF2-40B4-BE49-F238E27FC236}">
                  <a16:creationId xmlns:a16="http://schemas.microsoft.com/office/drawing/2014/main" id="{5680844E-99C5-4EC4-B180-E92A119739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3DF246C4-7681-40D2-BD7F-05D1FC48F1E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1C3A5CD5-E5A4-4ACE-A91A-27B1E844C52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id="{9469C547-61A0-45EB-B6FA-25B60785AF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id="{217C0F69-5C4A-46A1-81DF-1368943C85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id="{5F7D3B5F-9C84-4CDD-ADC5-1C7AEA7FFA30}"/>
                </a:ext>
              </a:extLst>
            </p:cNvPr>
            <p:cNvGrpSpPr/>
            <p:nvPr userDrawn="1"/>
          </p:nvGrpSpPr>
          <p:grpSpPr>
            <a:xfrm>
              <a:off x="0" y="0"/>
              <a:ext cx="9144001" cy="6888451"/>
              <a:chOff x="0" y="0"/>
              <a:chExt cx="9144001" cy="6888451"/>
            </a:xfrm>
          </p:grpSpPr>
          <p:grpSp>
            <p:nvGrpSpPr>
              <p:cNvPr id="48" name="Group 6">
                <a:extLst>
                  <a:ext uri="{FF2B5EF4-FFF2-40B4-BE49-F238E27FC236}">
                    <a16:creationId xmlns:a16="http://schemas.microsoft.com/office/drawing/2014/main" id="{94E0EC27-CD44-4116-BDFE-8C07A845F21D}"/>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id="{A6BF9062-0344-4685-A2A4-47E7FFFD7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6" name="Rectangle 7">
                  <a:extLst>
                    <a:ext uri="{FF2B5EF4-FFF2-40B4-BE49-F238E27FC236}">
                      <a16:creationId xmlns:a16="http://schemas.microsoft.com/office/drawing/2014/main" id="{64025BE1-99DE-43D5-BA61-5EE12DD7C1C7}"/>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7" name="Rectangle 8">
                  <a:extLst>
                    <a:ext uri="{FF2B5EF4-FFF2-40B4-BE49-F238E27FC236}">
                      <a16:creationId xmlns:a16="http://schemas.microsoft.com/office/drawing/2014/main" id="{074D5DEA-390A-4108-83CB-EE96445CE40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49" name="Group 10">
                <a:extLst>
                  <a:ext uri="{FF2B5EF4-FFF2-40B4-BE49-F238E27FC236}">
                    <a16:creationId xmlns:a16="http://schemas.microsoft.com/office/drawing/2014/main" id="{552E09F6-519C-4756-9EA7-45D6DCBE310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id="{F6963B12-636B-4383-B53F-0920A9A2D2A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3" name="Rectangle 11">
                  <a:extLst>
                    <a:ext uri="{FF2B5EF4-FFF2-40B4-BE49-F238E27FC236}">
                      <a16:creationId xmlns:a16="http://schemas.microsoft.com/office/drawing/2014/main" id="{6D65AAF7-65CB-490D-AE4C-56EB3A380F6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12">
                  <a:extLst>
                    <a:ext uri="{FF2B5EF4-FFF2-40B4-BE49-F238E27FC236}">
                      <a16:creationId xmlns:a16="http://schemas.microsoft.com/office/drawing/2014/main" id="{82692E83-6BB2-4F17-81B3-5FB0B92EA780}"/>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50" name="Picture 14" descr="Picture 14">
                <a:extLst>
                  <a:ext uri="{FF2B5EF4-FFF2-40B4-BE49-F238E27FC236}">
                    <a16:creationId xmlns:a16="http://schemas.microsoft.com/office/drawing/2014/main" id="{70822080-A35E-497B-A345-0B4F6B3CEC34}"/>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id="{35FF49B6-322B-45EA-ADB7-89C68BCD8C5E}"/>
                  </a:ext>
                </a:extLst>
              </p:cNvPr>
              <p:cNvSpPr txBox="1"/>
              <p:nvPr userDrawn="1"/>
            </p:nvSpPr>
            <p:spPr>
              <a:xfrm>
                <a:off x="3322319" y="6596063"/>
                <a:ext cx="5775962"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47" name="Graphic 46">
              <a:extLst>
                <a:ext uri="{FF2B5EF4-FFF2-40B4-BE49-F238E27FC236}">
                  <a16:creationId xmlns:a16="http://schemas.microsoft.com/office/drawing/2014/main" id="{5201B7A3-E0CF-49C7-BCF5-6D53993FB45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147" name="Body Level One…"/>
          <p:cNvSpPr txBox="1">
            <a:spLocks noGrp="1"/>
          </p:cNvSpPr>
          <p:nvPr>
            <p:ph type="body" sz="half" idx="1"/>
          </p:nvPr>
        </p:nvSpPr>
        <p:spPr>
          <a:xfrm>
            <a:off x="4953000" y="1200151"/>
            <a:ext cx="4038600" cy="3394472"/>
          </a:xfrm>
          <a:prstGeom prst="rect">
            <a:avLst/>
          </a:prstGeom>
        </p:spPr>
        <p:txBody>
          <a:bodyPr>
            <a:normAutofit/>
          </a:bodyPr>
          <a:lstStyle>
            <a:lvl1pPr>
              <a:spcBef>
                <a:spcPts val="450"/>
              </a:spcBef>
              <a:buSzTx/>
              <a:buFontTx/>
              <a:buNone/>
              <a:defRPr sz="2100"/>
            </a:lvl1pPr>
            <a:lvl2pPr marL="717947" indent="-375047">
              <a:spcBef>
                <a:spcPts val="450"/>
              </a:spcBef>
              <a:buFontTx/>
              <a:defRPr sz="2100"/>
            </a:lvl2pPr>
            <a:lvl3pPr marL="925829" indent="-240029">
              <a:spcBef>
                <a:spcPts val="450"/>
              </a:spcBef>
              <a:buFontTx/>
              <a:defRPr sz="2100"/>
            </a:lvl3pPr>
            <a:lvl4pPr marL="1295400" indent="-266700">
              <a:spcBef>
                <a:spcPts val="450"/>
              </a:spcBef>
              <a:buFontTx/>
              <a:defRPr sz="2100"/>
            </a:lvl4pPr>
            <a:lvl5pPr marL="1638300" indent="-266700">
              <a:spcBef>
                <a:spcPts val="450"/>
              </a:spcBef>
              <a:buFontTx/>
              <a:defRPr sz="2100"/>
            </a:lvl5pPr>
          </a:lstStyle>
          <a:p>
            <a:r>
              <a:t>Body Level One</a:t>
            </a:r>
          </a:p>
          <a:p>
            <a:pPr lvl="1"/>
            <a:r>
              <a:t>Body Level Two</a:t>
            </a:r>
          </a:p>
          <a:p>
            <a:pPr lvl="2"/>
            <a:r>
              <a:t>Body Level Three</a:t>
            </a:r>
          </a:p>
          <a:p>
            <a:pPr lvl="3"/>
            <a:r>
              <a:t>Body Level Four</a:t>
            </a:r>
          </a:p>
          <a:p>
            <a:pPr lvl="4"/>
            <a:r>
              <a:t>Body Level Five</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683255355"/>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Comparis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83C6F3F4-5751-43BB-8C7D-E213EC59F5AA}"/>
              </a:ext>
            </a:extLst>
          </p:cNvPr>
          <p:cNvGrpSpPr/>
          <p:nvPr userDrawn="1"/>
        </p:nvGrpSpPr>
        <p:grpSpPr>
          <a:xfrm>
            <a:off x="-59470" y="-480825"/>
            <a:ext cx="9267429" cy="6190364"/>
            <a:chOff x="-59470" y="-641099"/>
            <a:chExt cx="9267429" cy="8253818"/>
          </a:xfrm>
        </p:grpSpPr>
        <p:pic>
          <p:nvPicPr>
            <p:cNvPr id="24" name="Graphic 23">
              <a:extLst>
                <a:ext uri="{FF2B5EF4-FFF2-40B4-BE49-F238E27FC236}">
                  <a16:creationId xmlns:a16="http://schemas.microsoft.com/office/drawing/2014/main" id="{3100B7FA-AEEE-4B3E-BF82-561149B2BC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id="{CA1F78BE-6A45-4BEE-B3D7-5B27F29777F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id="{4F972F80-0475-4E37-81F3-DF25FE0B49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id="{0C8BCD8D-488C-4254-8236-C54B886306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id="{2EDFD120-14DA-495A-8AED-AED69AF682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id="{B2740D71-E14A-4547-9EF5-592B9A01A999}"/>
                </a:ext>
              </a:extLst>
            </p:cNvPr>
            <p:cNvGrpSpPr/>
            <p:nvPr userDrawn="1"/>
          </p:nvGrpSpPr>
          <p:grpSpPr>
            <a:xfrm>
              <a:off x="0" y="0"/>
              <a:ext cx="9144001" cy="6888451"/>
              <a:chOff x="0" y="0"/>
              <a:chExt cx="9144001" cy="6888451"/>
            </a:xfrm>
          </p:grpSpPr>
          <p:grpSp>
            <p:nvGrpSpPr>
              <p:cNvPr id="49" name="Group 6">
                <a:extLst>
                  <a:ext uri="{FF2B5EF4-FFF2-40B4-BE49-F238E27FC236}">
                    <a16:creationId xmlns:a16="http://schemas.microsoft.com/office/drawing/2014/main" id="{20AE3508-2CAE-49F6-9380-FEBEC6AE18A1}"/>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id="{24132926-3854-4E73-9F61-FFAE5A7A1A47}"/>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7" name="Rectangle 7">
                  <a:extLst>
                    <a:ext uri="{FF2B5EF4-FFF2-40B4-BE49-F238E27FC236}">
                      <a16:creationId xmlns:a16="http://schemas.microsoft.com/office/drawing/2014/main" id="{62E95AD1-C80F-4E74-A9C5-D34DE62DE82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8" name="Rectangle 8">
                  <a:extLst>
                    <a:ext uri="{FF2B5EF4-FFF2-40B4-BE49-F238E27FC236}">
                      <a16:creationId xmlns:a16="http://schemas.microsoft.com/office/drawing/2014/main" id="{CCFFD9FF-0E13-4ACB-BF93-17B024793B9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50" name="Group 10">
                <a:extLst>
                  <a:ext uri="{FF2B5EF4-FFF2-40B4-BE49-F238E27FC236}">
                    <a16:creationId xmlns:a16="http://schemas.microsoft.com/office/drawing/2014/main" id="{0D855871-BE12-498A-AB58-46EF62159C4F}"/>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id="{C977D99F-D1F8-45A3-ADF9-564B6E2C3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11">
                  <a:extLst>
                    <a:ext uri="{FF2B5EF4-FFF2-40B4-BE49-F238E27FC236}">
                      <a16:creationId xmlns:a16="http://schemas.microsoft.com/office/drawing/2014/main" id="{31017A24-6422-4F19-B9AA-92767E4CE1B0}"/>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5" name="Rectangle 12">
                  <a:extLst>
                    <a:ext uri="{FF2B5EF4-FFF2-40B4-BE49-F238E27FC236}">
                      <a16:creationId xmlns:a16="http://schemas.microsoft.com/office/drawing/2014/main" id="{9653E56F-820B-4B37-B055-A3C49FF7E2F4}"/>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51" name="Picture 14" descr="Picture 14">
                <a:extLst>
                  <a:ext uri="{FF2B5EF4-FFF2-40B4-BE49-F238E27FC236}">
                    <a16:creationId xmlns:a16="http://schemas.microsoft.com/office/drawing/2014/main" id="{E9AFB7EB-F4A0-4F61-B3FC-95170197BC58}"/>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id="{0A56C53E-F093-4235-B0C3-8FDF84D95BFF}"/>
                  </a:ext>
                </a:extLst>
              </p:cNvPr>
              <p:cNvSpPr txBox="1"/>
              <p:nvPr userDrawn="1"/>
            </p:nvSpPr>
            <p:spPr>
              <a:xfrm>
                <a:off x="3322319" y="6596063"/>
                <a:ext cx="5775962"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48" name="Graphic 47">
              <a:extLst>
                <a:ext uri="{FF2B5EF4-FFF2-40B4-BE49-F238E27FC236}">
                  <a16:creationId xmlns:a16="http://schemas.microsoft.com/office/drawing/2014/main" id="{B0F0EE30-1431-48B8-8A47-F3CED9AB292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194" name="Body Level One…"/>
          <p:cNvSpPr txBox="1">
            <a:spLocks noGrp="1"/>
          </p:cNvSpPr>
          <p:nvPr>
            <p:ph type="body" sz="quarter" idx="1"/>
          </p:nvPr>
        </p:nvSpPr>
        <p:spPr>
          <a:xfrm>
            <a:off x="457200" y="1151334"/>
            <a:ext cx="4040188" cy="620316"/>
          </a:xfrm>
          <a:prstGeom prst="rect">
            <a:avLst/>
          </a:prstGeom>
        </p:spPr>
        <p:txBody>
          <a:bodyPr anchor="b">
            <a:normAutofit/>
          </a:bodyPr>
          <a:lstStyle>
            <a:lvl1pPr marL="0" indent="0">
              <a:spcBef>
                <a:spcPts val="375"/>
              </a:spcBef>
              <a:buSzTx/>
              <a:buFontTx/>
              <a:buNone/>
              <a:defRPr sz="1800" b="1"/>
            </a:lvl1pPr>
            <a:lvl2pPr marL="0" indent="342900">
              <a:spcBef>
                <a:spcPts val="375"/>
              </a:spcBef>
              <a:buSzTx/>
              <a:buFontTx/>
              <a:buNone/>
              <a:defRPr sz="1800" b="1"/>
            </a:lvl2pPr>
            <a:lvl3pPr marL="0" indent="685800">
              <a:spcBef>
                <a:spcPts val="375"/>
              </a:spcBef>
              <a:buSzTx/>
              <a:buFontTx/>
              <a:buNone/>
              <a:defRPr sz="1800" b="1"/>
            </a:lvl3pPr>
            <a:lvl4pPr marL="0" indent="1028700">
              <a:spcBef>
                <a:spcPts val="375"/>
              </a:spcBef>
              <a:buSzTx/>
              <a:buFontTx/>
              <a:buNone/>
              <a:defRPr sz="1800" b="1"/>
            </a:lvl4pPr>
            <a:lvl5pPr marL="0" indent="1371600">
              <a:spcBef>
                <a:spcPts val="375"/>
              </a:spcBef>
              <a:buSzTx/>
              <a:buFontTx/>
              <a:buNone/>
              <a:defRPr sz="1800" b="1"/>
            </a:lvl5pPr>
          </a:lstStyle>
          <a:p>
            <a:r>
              <a:t>Body Level One</a:t>
            </a:r>
          </a:p>
          <a:p>
            <a:pPr lvl="1"/>
            <a:r>
              <a:t>Body Level Two</a:t>
            </a:r>
          </a:p>
          <a:p>
            <a:pPr lvl="2"/>
            <a:r>
              <a:t>Body Level Three</a:t>
            </a:r>
          </a:p>
          <a:p>
            <a:pPr lvl="3"/>
            <a:r>
              <a:t>Body Level Four</a:t>
            </a:r>
          </a:p>
          <a:p>
            <a:pPr lvl="4"/>
            <a:r>
              <a:t>Body Level Five</a:t>
            </a:r>
          </a:p>
        </p:txBody>
      </p:sp>
      <p:sp>
        <p:nvSpPr>
          <p:cNvPr id="195" name="Text Placeholder 4"/>
          <p:cNvSpPr>
            <a:spLocks noGrp="1"/>
          </p:cNvSpPr>
          <p:nvPr>
            <p:ph type="body" sz="quarter" idx="21"/>
          </p:nvPr>
        </p:nvSpPr>
        <p:spPr>
          <a:xfrm>
            <a:off x="4645026" y="1151334"/>
            <a:ext cx="4041775" cy="620316"/>
          </a:xfrm>
          <a:prstGeom prst="rect">
            <a:avLst/>
          </a:prstGeom>
        </p:spPr>
        <p:txBody>
          <a:bodyPr anchor="b">
            <a:normAutofit/>
          </a:bodyPr>
          <a:lstStyle>
            <a:lvl1pPr marL="0" indent="0">
              <a:spcBef>
                <a:spcPts val="375"/>
              </a:spcBef>
              <a:buSzTx/>
              <a:buFontTx/>
              <a:buNone/>
              <a:defRPr sz="2400" b="1"/>
            </a:lvl1pPr>
          </a:lstStyle>
          <a:p>
            <a:pPr marL="0" indent="0">
              <a:spcBef>
                <a:spcPts val="500"/>
              </a:spcBef>
              <a:buSzTx/>
              <a:buFontTx/>
              <a:buNone/>
              <a:defRPr sz="2400" b="1"/>
            </a:pPr>
            <a:endParaRPr/>
          </a:p>
        </p:txBody>
      </p:sp>
      <p:sp>
        <p:nvSpPr>
          <p:cNvPr id="1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3910915"/>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alpha val="72000"/>
          </a:srgbClr>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D5745CB-06AA-4B81-957F-FB40813E1114}"/>
              </a:ext>
            </a:extLst>
          </p:cNvPr>
          <p:cNvGrpSpPr/>
          <p:nvPr userDrawn="1"/>
        </p:nvGrpSpPr>
        <p:grpSpPr>
          <a:xfrm>
            <a:off x="-59470" y="-480825"/>
            <a:ext cx="9267429" cy="6190364"/>
            <a:chOff x="-59470" y="-641099"/>
            <a:chExt cx="9267429" cy="8253818"/>
          </a:xfrm>
        </p:grpSpPr>
        <p:pic>
          <p:nvPicPr>
            <p:cNvPr id="23" name="Graphic 22">
              <a:extLst>
                <a:ext uri="{FF2B5EF4-FFF2-40B4-BE49-F238E27FC236}">
                  <a16:creationId xmlns:a16="http://schemas.microsoft.com/office/drawing/2014/main" id="{9CF6619D-D89D-4695-84F2-4D14B9CE5C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3F684C8C-B74B-40AF-ABA0-D163472572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9347B43F-FF3F-4A48-9060-6D5ED0C6A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id="{E002E591-4F7B-48A9-9F72-9E4DE09C2B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id="{09B02342-AE14-4FD7-923C-6D9B53B916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id="{12F6725C-53D2-4236-87F9-62DF3413A481}"/>
                </a:ext>
              </a:extLst>
            </p:cNvPr>
            <p:cNvGrpSpPr/>
            <p:nvPr userDrawn="1"/>
          </p:nvGrpSpPr>
          <p:grpSpPr>
            <a:xfrm>
              <a:off x="0" y="0"/>
              <a:ext cx="9144001" cy="6888451"/>
              <a:chOff x="0" y="0"/>
              <a:chExt cx="9144001" cy="6888451"/>
            </a:xfrm>
          </p:grpSpPr>
          <p:grpSp>
            <p:nvGrpSpPr>
              <p:cNvPr id="48" name="Group 6">
                <a:extLst>
                  <a:ext uri="{FF2B5EF4-FFF2-40B4-BE49-F238E27FC236}">
                    <a16:creationId xmlns:a16="http://schemas.microsoft.com/office/drawing/2014/main" id="{5D5570D8-518F-4A65-AB4C-10057F149106}"/>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id="{F8BC0A35-0293-4229-B935-BFF81052072D}"/>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6" name="Rectangle 7">
                  <a:extLst>
                    <a:ext uri="{FF2B5EF4-FFF2-40B4-BE49-F238E27FC236}">
                      <a16:creationId xmlns:a16="http://schemas.microsoft.com/office/drawing/2014/main" id="{F86283D0-4A1E-43CD-B49A-B5DEF391613C}"/>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7" name="Rectangle 8">
                  <a:extLst>
                    <a:ext uri="{FF2B5EF4-FFF2-40B4-BE49-F238E27FC236}">
                      <a16:creationId xmlns:a16="http://schemas.microsoft.com/office/drawing/2014/main" id="{21009D49-5D49-47D3-9581-2B06B0F95B53}"/>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49" name="Group 10">
                <a:extLst>
                  <a:ext uri="{FF2B5EF4-FFF2-40B4-BE49-F238E27FC236}">
                    <a16:creationId xmlns:a16="http://schemas.microsoft.com/office/drawing/2014/main" id="{F6AC508B-8E77-4674-8422-3B4DA12D07F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id="{EF35E278-0085-4428-A96D-7CA4168C754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3" name="Rectangle 11">
                  <a:extLst>
                    <a:ext uri="{FF2B5EF4-FFF2-40B4-BE49-F238E27FC236}">
                      <a16:creationId xmlns:a16="http://schemas.microsoft.com/office/drawing/2014/main" id="{476F634D-3AEE-4698-B03A-21206F970959}"/>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12">
                  <a:extLst>
                    <a:ext uri="{FF2B5EF4-FFF2-40B4-BE49-F238E27FC236}">
                      <a16:creationId xmlns:a16="http://schemas.microsoft.com/office/drawing/2014/main" id="{3EC4A554-78FE-4858-9D34-5D12D86AB4F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50" name="Picture 14" descr="Picture 14">
                <a:extLst>
                  <a:ext uri="{FF2B5EF4-FFF2-40B4-BE49-F238E27FC236}">
                    <a16:creationId xmlns:a16="http://schemas.microsoft.com/office/drawing/2014/main" id="{D53E0125-E6C8-4170-8576-A8B945924E84}"/>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id="{3BF71A74-AAB4-4ED8-9AC1-98341ED06B55}"/>
                  </a:ext>
                </a:extLst>
              </p:cNvPr>
              <p:cNvSpPr txBox="1"/>
              <p:nvPr userDrawn="1"/>
            </p:nvSpPr>
            <p:spPr>
              <a:xfrm>
                <a:off x="3322319" y="6596063"/>
                <a:ext cx="5775962"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47" name="Graphic 46">
              <a:extLst>
                <a:ext uri="{FF2B5EF4-FFF2-40B4-BE49-F238E27FC236}">
                  <a16:creationId xmlns:a16="http://schemas.microsoft.com/office/drawing/2014/main" id="{AF9A04AC-78E1-4BBC-9A65-F9118363579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242" name="Body Level One…"/>
          <p:cNvSpPr txBox="1">
            <a:spLocks noGrp="1"/>
          </p:cNvSpPr>
          <p:nvPr>
            <p:ph type="body" sz="quarter" idx="1"/>
          </p:nvPr>
        </p:nvSpPr>
        <p:spPr>
          <a:xfrm>
            <a:off x="304800" y="114300"/>
            <a:ext cx="6324600" cy="857250"/>
          </a:xfrm>
          <a:prstGeom prst="rect">
            <a:avLst/>
          </a:prstGeom>
        </p:spPr>
        <p:txBody>
          <a:bodyPr anchor="ctr">
            <a:normAutofit/>
          </a:bodyPr>
          <a:lstStyle>
            <a:lvl1pPr indent="-514350">
              <a:lnSpc>
                <a:spcPts val="2700"/>
              </a:lnSpc>
              <a:spcBef>
                <a:spcPts val="0"/>
              </a:spcBef>
              <a:buSzTx/>
              <a:buFontTx/>
              <a:buNone/>
              <a:defRPr sz="2700" b="1" spc="-113"/>
            </a:lvl1pPr>
            <a:lvl2pPr marL="618444" indent="-275544">
              <a:lnSpc>
                <a:spcPts val="2700"/>
              </a:lnSpc>
              <a:spcBef>
                <a:spcPts val="0"/>
              </a:spcBef>
              <a:buFontTx/>
              <a:defRPr sz="2700" b="1" spc="-113"/>
            </a:lvl2pPr>
            <a:lvl3pPr marL="942975" indent="-257175">
              <a:lnSpc>
                <a:spcPts val="2700"/>
              </a:lnSpc>
              <a:spcBef>
                <a:spcPts val="0"/>
              </a:spcBef>
              <a:buFontTx/>
              <a:defRPr sz="2700" b="1" spc="-113"/>
            </a:lvl3pPr>
            <a:lvl4pPr marL="1337309" indent="-308609">
              <a:lnSpc>
                <a:spcPts val="2700"/>
              </a:lnSpc>
              <a:spcBef>
                <a:spcPts val="0"/>
              </a:spcBef>
              <a:buFontTx/>
              <a:defRPr sz="2700" b="1" spc="-113"/>
            </a:lvl4pPr>
            <a:lvl5pPr marL="1680209" indent="-308609">
              <a:lnSpc>
                <a:spcPts val="2700"/>
              </a:lnSpc>
              <a:spcBef>
                <a:spcPts val="0"/>
              </a:spcBef>
              <a:buFontTx/>
              <a:defRPr sz="2700" b="1" spc="-113"/>
            </a:lvl5pPr>
          </a:lstStyle>
          <a:p>
            <a:r>
              <a:t>Body Level One</a:t>
            </a:r>
          </a:p>
          <a:p>
            <a:pPr lvl="1"/>
            <a:r>
              <a:t>Body Level Two</a:t>
            </a:r>
          </a:p>
          <a:p>
            <a:pPr lvl="2"/>
            <a:r>
              <a:t>Body Level Three</a:t>
            </a:r>
          </a:p>
          <a:p>
            <a:pPr lvl="3"/>
            <a:r>
              <a:t>Body Level Four</a:t>
            </a:r>
          </a:p>
          <a:p>
            <a:pPr lvl="4"/>
            <a:r>
              <a:t>Body Level Five</a:t>
            </a:r>
          </a:p>
        </p:txBody>
      </p:sp>
      <p:sp>
        <p:nvSpPr>
          <p:cNvPr id="2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76849615"/>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BA91D93-81E9-4E44-BA3B-BFC4DB61B9B1}"/>
              </a:ext>
            </a:extLst>
          </p:cNvPr>
          <p:cNvGrpSpPr/>
          <p:nvPr userDrawn="1"/>
        </p:nvGrpSpPr>
        <p:grpSpPr>
          <a:xfrm>
            <a:off x="-59470" y="-480825"/>
            <a:ext cx="9267429" cy="6190364"/>
            <a:chOff x="-59470" y="-641099"/>
            <a:chExt cx="9267429" cy="8253818"/>
          </a:xfrm>
        </p:grpSpPr>
        <p:pic>
          <p:nvPicPr>
            <p:cNvPr id="24" name="Graphic 23">
              <a:extLst>
                <a:ext uri="{FF2B5EF4-FFF2-40B4-BE49-F238E27FC236}">
                  <a16:creationId xmlns:a16="http://schemas.microsoft.com/office/drawing/2014/main" id="{A03074E5-C395-4142-B82C-55575CC375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id="{5043B723-FDC1-4C80-B36E-65A0302A4A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id="{5DB4FDD8-D8D7-4A39-973E-FF204CF26F7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id="{276FF869-530C-4BCB-92FE-054992EB10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id="{D919A7FA-FDD4-4C10-97CC-BCD6F27C1D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id="{CCCFF274-1225-4563-806D-A565D4704B4E}"/>
                </a:ext>
              </a:extLst>
            </p:cNvPr>
            <p:cNvGrpSpPr/>
            <p:nvPr userDrawn="1"/>
          </p:nvGrpSpPr>
          <p:grpSpPr>
            <a:xfrm>
              <a:off x="0" y="0"/>
              <a:ext cx="9144001" cy="6888451"/>
              <a:chOff x="0" y="0"/>
              <a:chExt cx="9144001" cy="6888451"/>
            </a:xfrm>
          </p:grpSpPr>
          <p:grpSp>
            <p:nvGrpSpPr>
              <p:cNvPr id="49" name="Group 6">
                <a:extLst>
                  <a:ext uri="{FF2B5EF4-FFF2-40B4-BE49-F238E27FC236}">
                    <a16:creationId xmlns:a16="http://schemas.microsoft.com/office/drawing/2014/main" id="{A78C547C-62FD-49F4-8220-87E6108E1DC0}"/>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id="{E131FBB3-C3F0-4F2C-AA58-58B5D5B147F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7" name="Rectangle 7">
                  <a:extLst>
                    <a:ext uri="{FF2B5EF4-FFF2-40B4-BE49-F238E27FC236}">
                      <a16:creationId xmlns:a16="http://schemas.microsoft.com/office/drawing/2014/main" id="{7C694F41-E945-4E8B-BA86-DC9A598526C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8" name="Rectangle 8">
                  <a:extLst>
                    <a:ext uri="{FF2B5EF4-FFF2-40B4-BE49-F238E27FC236}">
                      <a16:creationId xmlns:a16="http://schemas.microsoft.com/office/drawing/2014/main" id="{857E2CF2-3046-46A4-889D-40063CCC6F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50" name="Group 10">
                <a:extLst>
                  <a:ext uri="{FF2B5EF4-FFF2-40B4-BE49-F238E27FC236}">
                    <a16:creationId xmlns:a16="http://schemas.microsoft.com/office/drawing/2014/main" id="{EC7C1379-6432-4776-8A30-B023A4412329}"/>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id="{A8A7BDE8-B2DB-48A5-BEC9-63C3D85E29DE}"/>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11">
                  <a:extLst>
                    <a:ext uri="{FF2B5EF4-FFF2-40B4-BE49-F238E27FC236}">
                      <a16:creationId xmlns:a16="http://schemas.microsoft.com/office/drawing/2014/main" id="{13B51388-D487-404B-8E80-29EBE51F59E4}"/>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5" name="Rectangle 12">
                  <a:extLst>
                    <a:ext uri="{FF2B5EF4-FFF2-40B4-BE49-F238E27FC236}">
                      <a16:creationId xmlns:a16="http://schemas.microsoft.com/office/drawing/2014/main" id="{0726AA02-C9CE-4E8C-A77E-9A458E9F0225}"/>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51" name="Picture 14" descr="Picture 14">
                <a:extLst>
                  <a:ext uri="{FF2B5EF4-FFF2-40B4-BE49-F238E27FC236}">
                    <a16:creationId xmlns:a16="http://schemas.microsoft.com/office/drawing/2014/main" id="{F4752845-A425-4626-8999-478B6153E307}"/>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id="{E2DF6F5B-D493-4810-B293-745C2BA1A0FC}"/>
                  </a:ext>
                </a:extLst>
              </p:cNvPr>
              <p:cNvSpPr txBox="1"/>
              <p:nvPr userDrawn="1"/>
            </p:nvSpPr>
            <p:spPr>
              <a:xfrm>
                <a:off x="3322319" y="6596063"/>
                <a:ext cx="5775962"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48" name="Graphic 47">
              <a:extLst>
                <a:ext uri="{FF2B5EF4-FFF2-40B4-BE49-F238E27FC236}">
                  <a16:creationId xmlns:a16="http://schemas.microsoft.com/office/drawing/2014/main" id="{09623608-3D09-45A2-8F67-52AC08DC493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279" name="Body Level One…"/>
          <p:cNvSpPr txBox="1">
            <a:spLocks noGrp="1"/>
          </p:cNvSpPr>
          <p:nvPr>
            <p:ph type="body" sz="half" idx="1"/>
          </p:nvPr>
        </p:nvSpPr>
        <p:spPr>
          <a:xfrm>
            <a:off x="3575050" y="1200151"/>
            <a:ext cx="5111750" cy="3394472"/>
          </a:xfrm>
          <a:prstGeom prst="rect">
            <a:avLst/>
          </a:prstGeom>
        </p:spPr>
        <p:txBody>
          <a:bodyPr>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90" name="Text Placeholder 3"/>
          <p:cNvSpPr>
            <a:spLocks noGrp="1"/>
          </p:cNvSpPr>
          <p:nvPr>
            <p:ph type="body" sz="half" idx="21"/>
          </p:nvPr>
        </p:nvSpPr>
        <p:spPr>
          <a:xfrm>
            <a:off x="457200" y="1200151"/>
            <a:ext cx="3008315" cy="3394472"/>
          </a:xfrm>
          <a:prstGeom prst="rect">
            <a:avLst/>
          </a:prstGeom>
        </p:spPr>
        <p:txBody>
          <a:bodyPr>
            <a:normAutofit/>
          </a:bodyPr>
          <a:lstStyle>
            <a:lvl1pPr marL="0" indent="0">
              <a:spcBef>
                <a:spcPts val="225"/>
              </a:spcBef>
              <a:buSzTx/>
              <a:buFontTx/>
              <a:buNone/>
              <a:defRPr sz="1400"/>
            </a:lvl1pPr>
          </a:lstStyle>
          <a:p>
            <a:pPr marL="0" indent="0">
              <a:spcBef>
                <a:spcPts val="300"/>
              </a:spcBef>
              <a:buSzTx/>
              <a:buFontTx/>
              <a:buNone/>
              <a:defRPr sz="1400"/>
            </a:pPr>
            <a:endParaRPr dirty="0"/>
          </a:p>
        </p:txBody>
      </p:sp>
      <p:sp>
        <p:nvSpPr>
          <p:cNvPr id="2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801440516"/>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FFFFFF"/>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0635ADB2-6EA8-4BAD-8DAD-0182A2D9B5D3}"/>
              </a:ext>
            </a:extLst>
          </p:cNvPr>
          <p:cNvGrpSpPr/>
          <p:nvPr userDrawn="1"/>
        </p:nvGrpSpPr>
        <p:grpSpPr>
          <a:xfrm>
            <a:off x="-59470" y="-480825"/>
            <a:ext cx="9267429" cy="6190364"/>
            <a:chOff x="-59470" y="-641099"/>
            <a:chExt cx="9267429" cy="8253818"/>
          </a:xfrm>
        </p:grpSpPr>
        <p:pic>
          <p:nvPicPr>
            <p:cNvPr id="77" name="Graphic 76">
              <a:extLst>
                <a:ext uri="{FF2B5EF4-FFF2-40B4-BE49-F238E27FC236}">
                  <a16:creationId xmlns:a16="http://schemas.microsoft.com/office/drawing/2014/main" id="{A2BB439D-C20C-4C61-883B-5D07B84E6E7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78" name="Graphic 77">
              <a:extLst>
                <a:ext uri="{FF2B5EF4-FFF2-40B4-BE49-F238E27FC236}">
                  <a16:creationId xmlns:a16="http://schemas.microsoft.com/office/drawing/2014/main" id="{A2344A81-D7C5-4E75-BD95-2C318577491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79" name="Graphic 78">
              <a:extLst>
                <a:ext uri="{FF2B5EF4-FFF2-40B4-BE49-F238E27FC236}">
                  <a16:creationId xmlns:a16="http://schemas.microsoft.com/office/drawing/2014/main" id="{493B14BD-1E4B-4DAF-8B9A-008ACC84DB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80" name="Graphic 79">
              <a:extLst>
                <a:ext uri="{FF2B5EF4-FFF2-40B4-BE49-F238E27FC236}">
                  <a16:creationId xmlns:a16="http://schemas.microsoft.com/office/drawing/2014/main" id="{1017A1EE-D786-4AD9-8114-7031497F17D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81" name="Graphic 80">
              <a:extLst>
                <a:ext uri="{FF2B5EF4-FFF2-40B4-BE49-F238E27FC236}">
                  <a16:creationId xmlns:a16="http://schemas.microsoft.com/office/drawing/2014/main" id="{5EB74B49-6A5D-4E90-A8EF-F1A27B22DD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82" name="Group 81">
              <a:extLst>
                <a:ext uri="{FF2B5EF4-FFF2-40B4-BE49-F238E27FC236}">
                  <a16:creationId xmlns:a16="http://schemas.microsoft.com/office/drawing/2014/main" id="{80B25D4E-B9E2-4A64-A8A8-6B92913B4C6C}"/>
                </a:ext>
              </a:extLst>
            </p:cNvPr>
            <p:cNvGrpSpPr/>
            <p:nvPr userDrawn="1"/>
          </p:nvGrpSpPr>
          <p:grpSpPr>
            <a:xfrm>
              <a:off x="0" y="0"/>
              <a:ext cx="9144001" cy="6888451"/>
              <a:chOff x="0" y="0"/>
              <a:chExt cx="9144001" cy="6888451"/>
            </a:xfrm>
          </p:grpSpPr>
          <p:grpSp>
            <p:nvGrpSpPr>
              <p:cNvPr id="84" name="Group 6">
                <a:extLst>
                  <a:ext uri="{FF2B5EF4-FFF2-40B4-BE49-F238E27FC236}">
                    <a16:creationId xmlns:a16="http://schemas.microsoft.com/office/drawing/2014/main" id="{A2EA67C3-44DA-4665-8AE2-141440DB23E2}"/>
                  </a:ext>
                </a:extLst>
              </p:cNvPr>
              <p:cNvGrpSpPr/>
              <p:nvPr userDrawn="1"/>
            </p:nvGrpSpPr>
            <p:grpSpPr>
              <a:xfrm>
                <a:off x="0" y="1295400"/>
                <a:ext cx="7010401" cy="46038"/>
                <a:chOff x="0" y="0"/>
                <a:chExt cx="7010400" cy="46037"/>
              </a:xfrm>
            </p:grpSpPr>
            <p:sp>
              <p:nvSpPr>
                <p:cNvPr id="91" name="Rectangle 6">
                  <a:extLst>
                    <a:ext uri="{FF2B5EF4-FFF2-40B4-BE49-F238E27FC236}">
                      <a16:creationId xmlns:a16="http://schemas.microsoft.com/office/drawing/2014/main" id="{D463F1CA-4C9D-4BCC-B0BD-14721FADA3F5}"/>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92" name="Rectangle 7">
                  <a:extLst>
                    <a:ext uri="{FF2B5EF4-FFF2-40B4-BE49-F238E27FC236}">
                      <a16:creationId xmlns:a16="http://schemas.microsoft.com/office/drawing/2014/main" id="{2EF7E6B7-9421-4BAA-AB81-AE89E08FDF0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93" name="Rectangle 8">
                  <a:extLst>
                    <a:ext uri="{FF2B5EF4-FFF2-40B4-BE49-F238E27FC236}">
                      <a16:creationId xmlns:a16="http://schemas.microsoft.com/office/drawing/2014/main" id="{AFEE1048-04C1-4DCE-8973-4784C897E7F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85" name="Group 10">
                <a:extLst>
                  <a:ext uri="{FF2B5EF4-FFF2-40B4-BE49-F238E27FC236}">
                    <a16:creationId xmlns:a16="http://schemas.microsoft.com/office/drawing/2014/main" id="{62DA8075-114E-4D1A-8199-46D51587204A}"/>
                  </a:ext>
                </a:extLst>
              </p:cNvPr>
              <p:cNvGrpSpPr/>
              <p:nvPr userDrawn="1"/>
            </p:nvGrpSpPr>
            <p:grpSpPr>
              <a:xfrm>
                <a:off x="2133600" y="6553200"/>
                <a:ext cx="7010401" cy="46038"/>
                <a:chOff x="0" y="0"/>
                <a:chExt cx="7010400" cy="46037"/>
              </a:xfrm>
            </p:grpSpPr>
            <p:sp>
              <p:nvSpPr>
                <p:cNvPr id="88" name="Rectangle 10">
                  <a:extLst>
                    <a:ext uri="{FF2B5EF4-FFF2-40B4-BE49-F238E27FC236}">
                      <a16:creationId xmlns:a16="http://schemas.microsoft.com/office/drawing/2014/main" id="{42070327-4A30-4BA2-A8E6-6E330B5F30E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89" name="Rectangle 11">
                  <a:extLst>
                    <a:ext uri="{FF2B5EF4-FFF2-40B4-BE49-F238E27FC236}">
                      <a16:creationId xmlns:a16="http://schemas.microsoft.com/office/drawing/2014/main" id="{EB4AF601-277A-494B-9871-87FBA75E545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90" name="Rectangle 12">
                  <a:extLst>
                    <a:ext uri="{FF2B5EF4-FFF2-40B4-BE49-F238E27FC236}">
                      <a16:creationId xmlns:a16="http://schemas.microsoft.com/office/drawing/2014/main" id="{AB04FF31-B9E9-4A43-98B4-8DB577BD38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86" name="Picture 14" descr="Picture 14">
                <a:extLst>
                  <a:ext uri="{FF2B5EF4-FFF2-40B4-BE49-F238E27FC236}">
                    <a16:creationId xmlns:a16="http://schemas.microsoft.com/office/drawing/2014/main" id="{F8C276B3-EE15-4980-9AC5-AF2F16814A5D}"/>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87" name="TextBox 14">
                <a:extLst>
                  <a:ext uri="{FF2B5EF4-FFF2-40B4-BE49-F238E27FC236}">
                    <a16:creationId xmlns:a16="http://schemas.microsoft.com/office/drawing/2014/main" id="{D133DA9B-065F-4040-94C1-D75BBB8A8147}"/>
                  </a:ext>
                </a:extLst>
              </p:cNvPr>
              <p:cNvSpPr txBox="1"/>
              <p:nvPr userDrawn="1"/>
            </p:nvSpPr>
            <p:spPr>
              <a:xfrm>
                <a:off x="3322319" y="6596063"/>
                <a:ext cx="5775962"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83" name="Graphic 82">
              <a:extLst>
                <a:ext uri="{FF2B5EF4-FFF2-40B4-BE49-F238E27FC236}">
                  <a16:creationId xmlns:a16="http://schemas.microsoft.com/office/drawing/2014/main" id="{DD930F25-DAB1-4FE7-A1F6-75A37FD151B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337" name="Title Text"/>
          <p:cNvSpPr txBox="1">
            <a:spLocks noGrp="1"/>
          </p:cNvSpPr>
          <p:nvPr>
            <p:ph type="title"/>
          </p:nvPr>
        </p:nvSpPr>
        <p:spPr>
          <a:xfrm>
            <a:off x="1792289" y="4055269"/>
            <a:ext cx="5486401" cy="228600"/>
          </a:xfrm>
          <a:prstGeom prst="rect">
            <a:avLst/>
          </a:prstGeom>
        </p:spPr>
        <p:txBody>
          <a:bodyPr anchor="b"/>
          <a:lstStyle>
            <a:lvl1pPr>
              <a:lnSpc>
                <a:spcPct val="100000"/>
              </a:lnSpc>
              <a:defRPr sz="1350" spc="0">
                <a:solidFill>
                  <a:srgbClr val="000000"/>
                </a:solidFill>
              </a:defRPr>
            </a:lvl1pPr>
          </a:lstStyle>
          <a:p>
            <a:r>
              <a:t>Title Text</a:t>
            </a:r>
          </a:p>
        </p:txBody>
      </p:sp>
      <p:sp>
        <p:nvSpPr>
          <p:cNvPr id="338" name="Body Level One…"/>
          <p:cNvSpPr txBox="1">
            <a:spLocks noGrp="1"/>
          </p:cNvSpPr>
          <p:nvPr>
            <p:ph type="body" sz="quarter" idx="1"/>
          </p:nvPr>
        </p:nvSpPr>
        <p:spPr>
          <a:xfrm>
            <a:off x="1792289" y="4283869"/>
            <a:ext cx="5486401" cy="228600"/>
          </a:xfrm>
          <a:prstGeom prst="rect">
            <a:avLst/>
          </a:prstGeom>
        </p:spPr>
        <p:txBody>
          <a:bodyPr>
            <a:normAutofit/>
          </a:bodyPr>
          <a:lstStyle>
            <a:lvl1pPr marL="0" indent="0">
              <a:spcBef>
                <a:spcPts val="225"/>
              </a:spcBef>
              <a:buSzTx/>
              <a:buFontTx/>
              <a:buNone/>
              <a:defRPr sz="1200"/>
            </a:lvl1pPr>
            <a:lvl2pPr marL="0" indent="342900">
              <a:spcBef>
                <a:spcPts val="225"/>
              </a:spcBef>
              <a:buSzTx/>
              <a:buFontTx/>
              <a:buNone/>
              <a:defRPr sz="1200"/>
            </a:lvl2pPr>
            <a:lvl3pPr marL="0" indent="685800">
              <a:spcBef>
                <a:spcPts val="225"/>
              </a:spcBef>
              <a:buSzTx/>
              <a:buFontTx/>
              <a:buNone/>
              <a:defRPr sz="1200"/>
            </a:lvl3pPr>
            <a:lvl4pPr marL="0" indent="1028700">
              <a:spcBef>
                <a:spcPts val="225"/>
              </a:spcBef>
              <a:buSzTx/>
              <a:buFontTx/>
              <a:buNone/>
              <a:defRPr sz="1200"/>
            </a:lvl4pPr>
            <a:lvl5pPr marL="0" indent="1371600">
              <a:spcBef>
                <a:spcPts val="225"/>
              </a:spcBef>
              <a:buSzTx/>
              <a:buFontTx/>
              <a:buNone/>
              <a:defRPr sz="1200"/>
            </a:lvl5pPr>
          </a:lstStyle>
          <a:p>
            <a:r>
              <a:t>Body Level One</a:t>
            </a:r>
          </a:p>
          <a:p>
            <a:pPr lvl="1"/>
            <a:r>
              <a:t>Body Level Two</a:t>
            </a:r>
          </a:p>
          <a:p>
            <a:pPr lvl="2"/>
            <a:r>
              <a:t>Body Level Three</a:t>
            </a:r>
          </a:p>
          <a:p>
            <a:pPr lvl="3"/>
            <a:r>
              <a:t>Body Level Four</a:t>
            </a:r>
          </a:p>
          <a:p>
            <a:pPr lvl="4"/>
            <a:r>
              <a:t>Body Level Five</a:t>
            </a:r>
          </a:p>
        </p:txBody>
      </p:sp>
      <p:sp>
        <p:nvSpPr>
          <p:cNvPr id="339" name="Picture Placeholder 2"/>
          <p:cNvSpPr>
            <a:spLocks noGrp="1"/>
          </p:cNvSpPr>
          <p:nvPr>
            <p:ph type="pic" sz="half" idx="21"/>
          </p:nvPr>
        </p:nvSpPr>
        <p:spPr>
          <a:xfrm>
            <a:off x="1792289" y="1371600"/>
            <a:ext cx="5486401" cy="2571750"/>
          </a:xfrm>
          <a:prstGeom prst="rect">
            <a:avLst/>
          </a:prstGeom>
          <a:ln w="57150">
            <a:solidFill>
              <a:srgbClr val="DCE6F2"/>
            </a:solidFill>
            <a:round/>
          </a:ln>
        </p:spPr>
        <p:txBody>
          <a:bodyPr lIns="91439" rIns="91439"/>
          <a:lstStyle/>
          <a:p>
            <a:endParaRPr/>
          </a:p>
        </p:txBody>
      </p:sp>
      <p:sp>
        <p:nvSpPr>
          <p:cNvPr id="3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29843573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FFFFFF"/>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83BBAD0-43A5-4D32-8FC9-062F956D4D42}"/>
              </a:ext>
            </a:extLst>
          </p:cNvPr>
          <p:cNvGrpSpPr/>
          <p:nvPr userDrawn="1"/>
        </p:nvGrpSpPr>
        <p:grpSpPr>
          <a:xfrm>
            <a:off x="-59470" y="-480825"/>
            <a:ext cx="9267429" cy="6190364"/>
            <a:chOff x="-59470" y="-641099"/>
            <a:chExt cx="9267429" cy="8253818"/>
          </a:xfrm>
        </p:grpSpPr>
        <p:pic>
          <p:nvPicPr>
            <p:cNvPr id="5" name="Graphic 4">
              <a:extLst>
                <a:ext uri="{FF2B5EF4-FFF2-40B4-BE49-F238E27FC236}">
                  <a16:creationId xmlns:a16="http://schemas.microsoft.com/office/drawing/2014/main" id="{68C4D830-E082-446B-B643-5F87F72600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36" name="Graphic 35">
              <a:extLst>
                <a:ext uri="{FF2B5EF4-FFF2-40B4-BE49-F238E27FC236}">
                  <a16:creationId xmlns:a16="http://schemas.microsoft.com/office/drawing/2014/main" id="{1C9D4848-2B9E-4B8D-B630-AD31B35203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37" name="Graphic 36">
              <a:extLst>
                <a:ext uri="{FF2B5EF4-FFF2-40B4-BE49-F238E27FC236}">
                  <a16:creationId xmlns:a16="http://schemas.microsoft.com/office/drawing/2014/main" id="{635F0174-0096-461B-8212-566B0011E8D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16" name="Graphic 15">
              <a:extLst>
                <a:ext uri="{FF2B5EF4-FFF2-40B4-BE49-F238E27FC236}">
                  <a16:creationId xmlns:a16="http://schemas.microsoft.com/office/drawing/2014/main" id="{1B104A8E-51B2-42E7-B651-568B9D1D36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17" name="Graphic 16">
              <a:extLst>
                <a:ext uri="{FF2B5EF4-FFF2-40B4-BE49-F238E27FC236}">
                  <a16:creationId xmlns:a16="http://schemas.microsoft.com/office/drawing/2014/main" id="{62F3D4CE-0862-4E00-B299-11A67A5904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7" name="Group 6">
              <a:extLst>
                <a:ext uri="{FF2B5EF4-FFF2-40B4-BE49-F238E27FC236}">
                  <a16:creationId xmlns:a16="http://schemas.microsoft.com/office/drawing/2014/main" id="{1C5A1F24-1ABA-4385-8DF2-98C8D03B2CCD}"/>
                </a:ext>
              </a:extLst>
            </p:cNvPr>
            <p:cNvGrpSpPr/>
            <p:nvPr userDrawn="1"/>
          </p:nvGrpSpPr>
          <p:grpSpPr>
            <a:xfrm>
              <a:off x="0" y="0"/>
              <a:ext cx="9144001" cy="6888451"/>
              <a:chOff x="0" y="0"/>
              <a:chExt cx="9144001" cy="6888451"/>
            </a:xfrm>
          </p:grpSpPr>
          <p:grpSp>
            <p:nvGrpSpPr>
              <p:cNvPr id="330" name="Group 6"/>
              <p:cNvGrpSpPr/>
              <p:nvPr userDrawn="1"/>
            </p:nvGrpSpPr>
            <p:grpSpPr>
              <a:xfrm>
                <a:off x="0" y="1295400"/>
                <a:ext cx="7010401" cy="46038"/>
                <a:chOff x="0" y="0"/>
                <a:chExt cx="7010400" cy="46037"/>
              </a:xfrm>
            </p:grpSpPr>
            <p:sp>
              <p:nvSpPr>
                <p:cNvPr id="327" name="Rectangle 6"/>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328" name="Rectangle 7"/>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329" name="Rectangle 8"/>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334" name="Group 10"/>
              <p:cNvGrpSpPr/>
              <p:nvPr userDrawn="1"/>
            </p:nvGrpSpPr>
            <p:grpSpPr>
              <a:xfrm>
                <a:off x="2133600" y="6553200"/>
                <a:ext cx="7010401" cy="46038"/>
                <a:chOff x="0" y="0"/>
                <a:chExt cx="7010400" cy="46037"/>
              </a:xfrm>
            </p:grpSpPr>
            <p:sp>
              <p:nvSpPr>
                <p:cNvPr id="331" name="Rectangle 10"/>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332" name="Rectangle 11"/>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333" name="Rectangle 12"/>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335" name="Picture 14" descr="Picture 14"/>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336" name="TextBox 14"/>
              <p:cNvSpPr txBox="1"/>
              <p:nvPr userDrawn="1"/>
            </p:nvSpPr>
            <p:spPr>
              <a:xfrm>
                <a:off x="3322319" y="6596063"/>
                <a:ext cx="5775962" cy="2923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3" name="Graphic 2">
              <a:extLst>
                <a:ext uri="{FF2B5EF4-FFF2-40B4-BE49-F238E27FC236}">
                  <a16:creationId xmlns:a16="http://schemas.microsoft.com/office/drawing/2014/main" id="{B778ADC1-BEF0-4061-926A-4839BEC48F1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420853215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1.jpe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2.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1" r:id="rId2"/>
    <p:sldLayoutId id="2147483649" r:id="rId3"/>
    <p:sldLayoutId id="2147483663" r:id="rId4"/>
    <p:sldLayoutId id="2147483664" r:id="rId5"/>
    <p:sldLayoutId id="2147483665" r:id="rId6"/>
    <p:sldLayoutId id="2147483666" r:id="rId7"/>
    <p:sldLayoutId id="2147483669" r:id="rId8"/>
    <p:sldLayoutId id="2147483670" r:id="rId9"/>
    <p:sldLayoutId id="2147483671" r:id="rId10"/>
    <p:sldLayoutId id="2147483672" r:id="rId11"/>
    <p:sldLayoutId id="2147483673" r:id="rId12"/>
    <p:sldLayoutId id="2147483674"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2"/>
          <a:srcRect/>
          <a:stretch>
            <a:fillRect/>
          </a:stretch>
        </a:blipFill>
        <a:effectLst/>
      </p:bgPr>
    </p:bg>
    <p:spTree>
      <p:nvGrpSpPr>
        <p:cNvPr id="1" name=""/>
        <p:cNvGrpSpPr/>
        <p:nvPr/>
      </p:nvGrpSpPr>
      <p:grpSpPr>
        <a:xfrm>
          <a:off x="0" y="0"/>
          <a:ext cx="0" cy="0"/>
          <a:chOff x="0" y="0"/>
          <a:chExt cx="0" cy="0"/>
        </a:xfrm>
      </p:grpSpPr>
      <p:sp>
        <p:nvSpPr>
          <p:cNvPr id="10" name="Body Level One…"/>
          <p:cNvSpPr txBox="1">
            <a:spLocks noGrp="1"/>
          </p:cNvSpPr>
          <p:nvPr>
            <p:ph type="body" idx="1"/>
          </p:nvPr>
        </p:nvSpPr>
        <p:spPr>
          <a:xfrm>
            <a:off x="457200" y="1200151"/>
            <a:ext cx="8229600" cy="33944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1" name="Slide Number"/>
          <p:cNvSpPr txBox="1">
            <a:spLocks noGrp="1"/>
          </p:cNvSpPr>
          <p:nvPr>
            <p:ph type="sldNum" sz="quarter" idx="2"/>
          </p:nvPr>
        </p:nvSpPr>
        <p:spPr>
          <a:xfrm>
            <a:off x="6319805" y="4651847"/>
            <a:ext cx="233395" cy="230832"/>
          </a:xfrm>
          <a:prstGeom prst="rect">
            <a:avLst/>
          </a:prstGeom>
          <a:ln w="12700">
            <a:miter lim="400000"/>
          </a:ln>
        </p:spPr>
        <p:txBody>
          <a:bodyPr wrap="none" lIns="45719" rIns="45719" anchor="ctr">
            <a:spAutoFit/>
          </a:bodyPr>
          <a:lstStyle>
            <a:lvl1pPr algn="r">
              <a:defRPr sz="900">
                <a:solidFill>
                  <a:srgbClr val="898989"/>
                </a:solidFill>
                <a:latin typeface="+mj-lt"/>
                <a:ea typeface="+mj-ea"/>
                <a:cs typeface="+mj-cs"/>
                <a:sym typeface="Arial"/>
              </a:defRPr>
            </a:lvl1pPr>
          </a:lstStyle>
          <a:p>
            <a:fld id="{86CB4B4D-7CA3-9044-876B-883B54F8677D}" type="slidenum">
              <a:t>‹#›</a:t>
            </a:fld>
            <a:endParaRPr/>
          </a:p>
        </p:txBody>
      </p:sp>
      <p:sp>
        <p:nvSpPr>
          <p:cNvPr id="12" name="Title Placeholder 11">
            <a:extLst>
              <a:ext uri="{FF2B5EF4-FFF2-40B4-BE49-F238E27FC236}">
                <a16:creationId xmlns:a16="http://schemas.microsoft.com/office/drawing/2014/main" id="{BC5692C0-A143-3571-7EE1-32346BE87C3A}"/>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3347028784"/>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Lst>
  <p:transition spd="med"/>
  <p:txStyles>
    <p:titleStyle>
      <a:lvl1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1pPr>
      <a:lvl2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2pPr>
      <a:lvl3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3pPr>
      <a:lvl4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4pPr>
      <a:lvl5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5pPr>
      <a:lvl6pPr marL="0" marR="0" indent="34290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6pPr>
      <a:lvl7pPr marL="0" marR="0" indent="68580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7pPr>
      <a:lvl8pPr marL="0" marR="0" indent="102870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8pPr>
      <a:lvl9pPr marL="0" marR="0" indent="137160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9pPr>
    </p:titleStyle>
    <p:bodyStyle>
      <a:lvl1pPr marL="257175" marR="0" indent="-257175"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1pPr>
      <a:lvl2pPr marL="587828" marR="0" indent="-244928"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2pPr>
      <a:lvl3pPr marL="914400" marR="0" indent="-22860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3pPr>
      <a:lvl4pPr marL="1303020" marR="0" indent="-27432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4pPr>
      <a:lvl5pPr marL="1645920" marR="0" indent="-27432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5pPr>
      <a:lvl6pPr marL="1988820" marR="0" indent="-27432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6pPr>
      <a:lvl7pPr marL="2331720" marR="0" indent="-27432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7pPr>
      <a:lvl8pPr marL="2674619" marR="0" indent="-274319"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8pPr>
      <a:lvl9pPr marL="3017519" marR="0" indent="-274319"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9pPr>
    </p:bodyStyle>
    <p:otherStyle>
      <a:lvl1pPr marL="0" marR="0" indent="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1pPr>
      <a:lvl2pPr marL="0" marR="0" indent="3429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2pPr>
      <a:lvl3pPr marL="0" marR="0" indent="6858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3pPr>
      <a:lvl4pPr marL="0" marR="0" indent="10287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4pPr>
      <a:lvl5pPr marL="0" marR="0" indent="13716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5pPr>
      <a:lvl6pPr marL="0" marR="0" indent="17145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6pPr>
      <a:lvl7pPr marL="0" marR="0" indent="20574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7pPr>
      <a:lvl8pPr marL="0" marR="0" indent="24003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8pPr>
      <a:lvl9pPr marL="0" marR="0" indent="27432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0B9BCC7-A761-BDCA-1944-C942FFBCE7EE}"/>
              </a:ext>
            </a:extLst>
          </p:cNvPr>
          <p:cNvSpPr>
            <a:spLocks noGrp="1"/>
          </p:cNvSpPr>
          <p:nvPr>
            <p:ph type="body" sz="half" idx="1"/>
          </p:nvPr>
        </p:nvSpPr>
        <p:spPr>
          <a:xfrm>
            <a:off x="304800" y="3645240"/>
            <a:ext cx="8229600" cy="1108189"/>
          </a:xfrm>
        </p:spPr>
        <p:txBody>
          <a:bodyPr>
            <a:normAutofit fontScale="92500"/>
          </a:bodyPr>
          <a:lstStyle/>
          <a:p>
            <a:pPr marL="0" indent="0">
              <a:buNone/>
            </a:pPr>
            <a:r>
              <a:rPr lang="en-US" sz="2400" b="1" dirty="0">
                <a:latin typeface="Arial" panose="020B0604020202020204" pitchFamily="34" charset="0"/>
                <a:cs typeface="Arial" panose="020B0604020202020204" pitchFamily="34" charset="0"/>
              </a:rPr>
              <a:t>Software Engineering for Machine Learning (AIMLCZG546)</a:t>
            </a:r>
          </a:p>
          <a:p>
            <a:r>
              <a:rPr lang="en-IN" b="1" dirty="0">
                <a:latin typeface="Arial" panose="020B0604020202020204" pitchFamily="34" charset="0"/>
                <a:cs typeface="Arial" panose="020B0604020202020204" pitchFamily="34" charset="0"/>
              </a:rPr>
              <a:t>Webinar 1 – ML Systems</a:t>
            </a:r>
          </a:p>
        </p:txBody>
      </p:sp>
    </p:spTree>
    <p:extLst>
      <p:ext uri="{BB962C8B-B14F-4D97-AF65-F5344CB8AC3E}">
        <p14:creationId xmlns:p14="http://schemas.microsoft.com/office/powerpoint/2010/main" val="1230589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4321F-93D5-8747-5F91-D001474549E1}"/>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91726F5C-E6AE-769C-459F-D46BEB60B03C}"/>
              </a:ext>
            </a:extLst>
          </p:cNvPr>
          <p:cNvSpPr txBox="1"/>
          <p:nvPr/>
        </p:nvSpPr>
        <p:spPr>
          <a:xfrm>
            <a:off x="1405889" y="114300"/>
            <a:ext cx="4674872" cy="857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nchor="ctr">
            <a:normAutofit/>
          </a:bodyPr>
          <a:lstStyle>
            <a:lvl1pPr marL="342900" indent="-685800">
              <a:lnSpc>
                <a:spcPts val="3600"/>
              </a:lnSpc>
              <a:defRPr sz="3600" b="1" spc="-200">
                <a:latin typeface="+mj-lt"/>
                <a:ea typeface="+mj-ea"/>
                <a:cs typeface="+mj-cs"/>
                <a:sym typeface="Arial"/>
              </a:defRPr>
            </a:lvl1pPr>
          </a:lstStyle>
          <a:p>
            <a:pPr marL="257175" indent="-514350" defTabSz="685800" hangingPunct="0">
              <a:lnSpc>
                <a:spcPts val="2700"/>
              </a:lnSpc>
            </a:pPr>
            <a:r>
              <a:rPr lang="en-US" sz="2700" kern="0" spc="-150" dirty="0">
                <a:solidFill>
                  <a:srgbClr val="000000"/>
                </a:solidFill>
                <a:latin typeface="Arial"/>
                <a:cs typeface="Arial"/>
              </a:rPr>
              <a:t>Only a fraction of real-world ML systems is ML code…</a:t>
            </a:r>
          </a:p>
        </p:txBody>
      </p:sp>
      <p:sp>
        <p:nvSpPr>
          <p:cNvPr id="4" name="Google Shape;667;p72">
            <a:extLst>
              <a:ext uri="{FF2B5EF4-FFF2-40B4-BE49-F238E27FC236}">
                <a16:creationId xmlns:a16="http://schemas.microsoft.com/office/drawing/2014/main" id="{DDF8C6D4-3807-9435-7034-A1A98705262E}"/>
              </a:ext>
            </a:extLst>
          </p:cNvPr>
          <p:cNvSpPr/>
          <p:nvPr/>
        </p:nvSpPr>
        <p:spPr>
          <a:xfrm>
            <a:off x="1405890" y="1301780"/>
            <a:ext cx="5778681" cy="2155710"/>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defTabSz="685800" hangingPunct="0">
              <a:buClr>
                <a:srgbClr val="000000"/>
              </a:buClr>
              <a:buSzPts val="1350"/>
            </a:pPr>
            <a:endParaRPr sz="1013" kern="0">
              <a:solidFill>
                <a:srgbClr val="000000"/>
              </a:solidFill>
              <a:latin typeface="Calibri"/>
              <a:ea typeface="Calibri"/>
              <a:cs typeface="Calibri"/>
              <a:sym typeface="Calibri"/>
            </a:endParaRPr>
          </a:p>
        </p:txBody>
      </p:sp>
      <p:sp>
        <p:nvSpPr>
          <p:cNvPr id="5" name="Google Shape;668;p72">
            <a:extLst>
              <a:ext uri="{FF2B5EF4-FFF2-40B4-BE49-F238E27FC236}">
                <a16:creationId xmlns:a16="http://schemas.microsoft.com/office/drawing/2014/main" id="{277B910D-0338-BEF6-3207-D9956BB8FE0E}"/>
              </a:ext>
            </a:extLst>
          </p:cNvPr>
          <p:cNvSpPr txBox="1"/>
          <p:nvPr/>
        </p:nvSpPr>
        <p:spPr>
          <a:xfrm>
            <a:off x="3872020" y="3457490"/>
            <a:ext cx="775274" cy="323165"/>
          </a:xfrm>
          <a:prstGeom prst="rect">
            <a:avLst/>
          </a:prstGeom>
          <a:noFill/>
          <a:ln>
            <a:noFill/>
          </a:ln>
        </p:spPr>
        <p:txBody>
          <a:bodyPr spcFirstLastPara="1" wrap="square" lIns="0" tIns="0" rIns="0" bIns="0" anchor="t" anchorCtr="0">
            <a:spAutoFit/>
          </a:bodyPr>
          <a:lstStyle/>
          <a:p>
            <a:pPr defTabSz="685800" hangingPunct="0">
              <a:lnSpc>
                <a:spcPct val="139771"/>
              </a:lnSpc>
              <a:buClr>
                <a:srgbClr val="000000"/>
              </a:buClr>
              <a:buSzPts val="1750"/>
            </a:pPr>
            <a:r>
              <a:rPr lang="en-US" sz="1500" b="1" kern="0"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Lato"/>
              </a:rPr>
              <a:t>ML Code</a:t>
            </a:r>
            <a:endParaRPr sz="1500" b="1" kern="0"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Arial"/>
            </a:endParaRPr>
          </a:p>
        </p:txBody>
      </p:sp>
      <p:sp>
        <p:nvSpPr>
          <p:cNvPr id="6" name="Google Shape;669;p72">
            <a:extLst>
              <a:ext uri="{FF2B5EF4-FFF2-40B4-BE49-F238E27FC236}">
                <a16:creationId xmlns:a16="http://schemas.microsoft.com/office/drawing/2014/main" id="{493EC061-33CD-8DF7-AFAD-2AAF70E829F6}"/>
              </a:ext>
            </a:extLst>
          </p:cNvPr>
          <p:cNvSpPr txBox="1"/>
          <p:nvPr/>
        </p:nvSpPr>
        <p:spPr>
          <a:xfrm>
            <a:off x="1405889" y="4561015"/>
            <a:ext cx="4932260" cy="196657"/>
          </a:xfrm>
          <a:prstGeom prst="rect">
            <a:avLst/>
          </a:prstGeom>
          <a:noFill/>
          <a:ln>
            <a:noFill/>
          </a:ln>
        </p:spPr>
        <p:txBody>
          <a:bodyPr spcFirstLastPara="1" wrap="square" lIns="0" tIns="0" rIns="0" bIns="0" anchor="t" anchorCtr="0">
            <a:spAutoFit/>
          </a:bodyPr>
          <a:lstStyle/>
          <a:p>
            <a:pPr defTabSz="685800" hangingPunct="0">
              <a:lnSpc>
                <a:spcPct val="141833"/>
              </a:lnSpc>
              <a:buClr>
                <a:srgbClr val="000000"/>
              </a:buClr>
              <a:buSzPts val="1200"/>
            </a:pPr>
            <a:r>
              <a:rPr lang="en-US" sz="900" kern="0" dirty="0">
                <a:solidFill>
                  <a:srgbClr val="24292F"/>
                </a:solidFill>
                <a:latin typeface="Lato"/>
                <a:ea typeface="Lato"/>
                <a:cs typeface="Lato"/>
                <a:sym typeface="Lato"/>
              </a:rPr>
              <a:t>Sculley, et al. </a:t>
            </a:r>
            <a:r>
              <a:rPr lang="en-US" sz="900" i="1" kern="0" dirty="0">
                <a:solidFill>
                  <a:srgbClr val="24292F"/>
                </a:solidFill>
                <a:latin typeface="Lato"/>
                <a:ea typeface="Lato"/>
                <a:cs typeface="Lato"/>
                <a:sym typeface="Lato"/>
              </a:rPr>
              <a:t>"Hidden technical debt in machine learning systems." </a:t>
            </a:r>
            <a:r>
              <a:rPr lang="en-US" sz="900" kern="0" dirty="0" err="1">
                <a:solidFill>
                  <a:srgbClr val="24292F"/>
                </a:solidFill>
                <a:latin typeface="Lato"/>
                <a:ea typeface="Lato"/>
                <a:cs typeface="Lato"/>
                <a:sym typeface="Lato"/>
              </a:rPr>
              <a:t>NeurIPS</a:t>
            </a:r>
            <a:r>
              <a:rPr lang="en-US" sz="900" kern="0" dirty="0">
                <a:solidFill>
                  <a:srgbClr val="24292F"/>
                </a:solidFill>
                <a:latin typeface="Lato"/>
                <a:ea typeface="Lato"/>
                <a:cs typeface="Lato"/>
                <a:sym typeface="Lato"/>
              </a:rPr>
              <a:t> 28 (2015): 2503-2511.</a:t>
            </a:r>
            <a:endParaRPr sz="1050" kern="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79644974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2"/>
          <p:cNvSpPr/>
          <p:nvPr/>
        </p:nvSpPr>
        <p:spPr>
          <a:xfrm>
            <a:off x="457200" y="315468"/>
            <a:ext cx="8229600" cy="64008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Agenda</a:t>
            </a:r>
            <a:endParaRPr lang="en-US" sz="2800" dirty="0"/>
          </a:p>
        </p:txBody>
      </p:sp>
      <p:sp>
        <p:nvSpPr>
          <p:cNvPr id="9" name="Text 7"/>
          <p:cNvSpPr/>
          <p:nvPr/>
        </p:nvSpPr>
        <p:spPr>
          <a:xfrm>
            <a:off x="1536192" y="1371600"/>
            <a:ext cx="1828800" cy="256032"/>
          </a:xfrm>
          <a:prstGeom prst="rect">
            <a:avLst/>
          </a:prstGeom>
          <a:noFill/>
          <a:ln/>
        </p:spPr>
        <p:txBody>
          <a:bodyPr wrap="square" lIns="0" tIns="0" rIns="0" bIns="0" rtlCol="0" anchor="ctr"/>
          <a:lstStyle/>
          <a:p>
            <a:pPr marL="0" indent="0">
              <a:buNone/>
            </a:pPr>
            <a:r>
              <a:rPr lang="en-US" sz="1200" b="1" dirty="0">
                <a:solidFill>
                  <a:srgbClr val="FFFFFF"/>
                </a:solidFill>
              </a:rPr>
              <a:t>Hook</a:t>
            </a:r>
            <a:endParaRPr lang="en-US" sz="1200" dirty="0"/>
          </a:p>
        </p:txBody>
      </p:sp>
      <p:sp>
        <p:nvSpPr>
          <p:cNvPr id="41" name="Text Placeholder 40">
            <a:extLst>
              <a:ext uri="{FF2B5EF4-FFF2-40B4-BE49-F238E27FC236}">
                <a16:creationId xmlns:a16="http://schemas.microsoft.com/office/drawing/2014/main" id="{BA6D0BEF-2232-C9E7-6B9A-FB5E304EAAC0}"/>
              </a:ext>
            </a:extLst>
          </p:cNvPr>
          <p:cNvSpPr>
            <a:spLocks noGrp="1"/>
          </p:cNvSpPr>
          <p:nvPr>
            <p:ph type="body" sz="quarter" idx="1"/>
          </p:nvPr>
        </p:nvSpPr>
        <p:spPr>
          <a:xfrm>
            <a:off x="457200" y="1197428"/>
            <a:ext cx="6705600" cy="3232100"/>
          </a:xfrm>
        </p:spPr>
        <p:txBody>
          <a:bodyPr>
            <a:normAutofit/>
          </a:bodyPr>
          <a:lstStyle/>
          <a:p>
            <a:r>
              <a:rPr lang="en-US" sz="2000" dirty="0">
                <a:solidFill>
                  <a:schemeClr val="tx1"/>
                </a:solidFill>
                <a:latin typeface="Arial" panose="020B0604020202020204" pitchFamily="34" charset="0"/>
                <a:cs typeface="Arial" panose="020B0604020202020204" pitchFamily="34" charset="0"/>
              </a:rPr>
              <a:t>The ML notebook — what's missing?</a:t>
            </a:r>
          </a:p>
          <a:p>
            <a:r>
              <a:rPr lang="en-US" sz="2000" dirty="0">
                <a:solidFill>
                  <a:schemeClr val="tx1"/>
                </a:solidFill>
                <a:latin typeface="Arial" panose="020B0604020202020204" pitchFamily="34" charset="0"/>
                <a:cs typeface="Arial" panose="020B0604020202020204" pitchFamily="34" charset="0"/>
              </a:rPr>
              <a:t>Add </a:t>
            </a:r>
            <a:r>
              <a:rPr lang="en-US" sz="2000" dirty="0" err="1">
                <a:solidFill>
                  <a:schemeClr val="tx1"/>
                </a:solidFill>
                <a:latin typeface="Arial" panose="020B0604020202020204" pitchFamily="34" charset="0"/>
                <a:cs typeface="Arial" panose="020B0604020202020204" pitchFamily="34" charset="0"/>
              </a:rPr>
              <a:t>MLflow</a:t>
            </a:r>
            <a:r>
              <a:rPr lang="en-US" sz="2000" dirty="0">
                <a:solidFill>
                  <a:schemeClr val="tx1"/>
                </a:solidFill>
                <a:latin typeface="Arial" panose="020B0604020202020204" pitchFamily="34" charset="0"/>
                <a:cs typeface="Arial" panose="020B0604020202020204" pitchFamily="34" charset="0"/>
              </a:rPr>
              <a:t> · </a:t>
            </a:r>
            <a:r>
              <a:rPr lang="en-US" sz="2000" dirty="0" err="1">
                <a:solidFill>
                  <a:schemeClr val="tx1"/>
                </a:solidFill>
                <a:latin typeface="Arial" panose="020B0604020202020204" pitchFamily="34" charset="0"/>
                <a:cs typeface="Arial" panose="020B0604020202020204" pitchFamily="34" charset="0"/>
              </a:rPr>
              <a:t>FastAPI</a:t>
            </a:r>
            <a:r>
              <a:rPr lang="en-US" sz="2000" dirty="0">
                <a:solidFill>
                  <a:schemeClr val="tx1"/>
                </a:solidFill>
                <a:latin typeface="Arial" panose="020B0604020202020204" pitchFamily="34" charset="0"/>
                <a:cs typeface="Arial" panose="020B0604020202020204" pitchFamily="34" charset="0"/>
              </a:rPr>
              <a:t> · </a:t>
            </a:r>
            <a:r>
              <a:rPr lang="en-US" sz="2000" dirty="0" err="1">
                <a:solidFill>
                  <a:schemeClr val="tx1"/>
                </a:solidFill>
                <a:latin typeface="Arial" panose="020B0604020202020204" pitchFamily="34" charset="0"/>
                <a:cs typeface="Arial" panose="020B0604020202020204" pitchFamily="34" charset="0"/>
              </a:rPr>
              <a:t>Pydantic</a:t>
            </a:r>
            <a:r>
              <a:rPr lang="en-US" sz="2000" dirty="0">
                <a:solidFill>
                  <a:schemeClr val="tx1"/>
                </a:solidFill>
                <a:latin typeface="Arial" panose="020B0604020202020204" pitchFamily="34" charset="0"/>
                <a:cs typeface="Arial" panose="020B0604020202020204" pitchFamily="34" charset="0"/>
              </a:rPr>
              <a:t> · logging live</a:t>
            </a:r>
          </a:p>
          <a:p>
            <a:r>
              <a:rPr lang="en-US" sz="2000" dirty="0" err="1">
                <a:solidFill>
                  <a:schemeClr val="tx1"/>
                </a:solidFill>
                <a:latin typeface="Arial" panose="020B0604020202020204" pitchFamily="34" charset="0"/>
                <a:cs typeface="Arial" panose="020B0604020202020204" pitchFamily="34" charset="0"/>
              </a:rPr>
              <a:t>MLflow</a:t>
            </a:r>
            <a:r>
              <a:rPr lang="en-US" sz="2000" dirty="0">
                <a:solidFill>
                  <a:schemeClr val="tx1"/>
                </a:solidFill>
                <a:latin typeface="Arial" panose="020B0604020202020204" pitchFamily="34" charset="0"/>
                <a:cs typeface="Arial" panose="020B0604020202020204" pitchFamily="34" charset="0"/>
              </a:rPr>
              <a:t> UI — compare two runs side by side</a:t>
            </a:r>
          </a:p>
          <a:p>
            <a:r>
              <a:rPr lang="en-US" sz="2000" dirty="0">
                <a:solidFill>
                  <a:schemeClr val="tx1"/>
                </a:solidFill>
                <a:latin typeface="Arial" panose="020B0604020202020204" pitchFamily="34" charset="0"/>
                <a:cs typeface="Arial" panose="020B0604020202020204" pitchFamily="34" charset="0"/>
              </a:rPr>
              <a:t>Map repo structure onto Sculley diagram</a:t>
            </a:r>
          </a:p>
          <a:p>
            <a:r>
              <a:rPr lang="en-US" sz="2000" dirty="0">
                <a:solidFill>
                  <a:schemeClr val="tx1"/>
                </a:solidFill>
                <a:latin typeface="Arial" panose="020B0604020202020204" pitchFamily="34" charset="0"/>
                <a:cs typeface="Arial" panose="020B0604020202020204" pitchFamily="34" charset="0"/>
              </a:rPr>
              <a:t>Add /health endpoint</a:t>
            </a:r>
          </a:p>
          <a:p>
            <a:endParaRPr lang="en-US"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2"/>
          <p:cNvSpPr/>
          <p:nvPr/>
        </p:nvSpPr>
        <p:spPr>
          <a:xfrm>
            <a:off x="457200" y="1005840"/>
            <a:ext cx="5486400" cy="2194560"/>
          </a:xfrm>
          <a:prstGeom prst="rect">
            <a:avLst/>
          </a:prstGeom>
          <a:noFill/>
          <a:ln/>
        </p:spPr>
        <p:txBody>
          <a:bodyPr wrap="square" lIns="0" tIns="0" rIns="0" bIns="0" rtlCol="0" anchor="t"/>
          <a:lstStyle/>
          <a:p>
            <a:pPr marL="0" indent="0">
              <a:buNone/>
            </a:pPr>
            <a:r>
              <a:rPr lang="en-US" sz="4400" b="1" dirty="0">
                <a:solidFill>
                  <a:srgbClr val="FFFFFF"/>
                </a:solidFill>
                <a:latin typeface="Calibri" pitchFamily="34" charset="0"/>
                <a:ea typeface="Calibri" pitchFamily="34" charset="-122"/>
                <a:cs typeface="Calibri" pitchFamily="34" charset="-120"/>
              </a:rPr>
              <a:t>The 90% That</a:t>
            </a:r>
            <a:endParaRPr lang="en-US" sz="4400" dirty="0"/>
          </a:p>
          <a:p>
            <a:pPr marL="0" indent="0">
              <a:buNone/>
            </a:pPr>
            <a:r>
              <a:rPr lang="en-US" sz="4400" b="1" dirty="0">
                <a:solidFill>
                  <a:srgbClr val="FFFFFF"/>
                </a:solidFill>
                <a:latin typeface="Calibri" pitchFamily="34" charset="0"/>
                <a:ea typeface="Calibri" pitchFamily="34" charset="-122"/>
                <a:cs typeface="Calibri" pitchFamily="34" charset="-120"/>
              </a:rPr>
              <a:t>Isn't ML Code</a:t>
            </a:r>
            <a:endParaRPr lang="en-US" sz="4400" dirty="0"/>
          </a:p>
        </p:txBody>
      </p:sp>
      <p:sp>
        <p:nvSpPr>
          <p:cNvPr id="5" name="Text 3"/>
          <p:cNvSpPr/>
          <p:nvPr/>
        </p:nvSpPr>
        <p:spPr>
          <a:xfrm>
            <a:off x="548640" y="1261872"/>
            <a:ext cx="5486400" cy="2761488"/>
          </a:xfrm>
          <a:prstGeom prst="rect">
            <a:avLst/>
          </a:prstGeom>
          <a:noFill/>
          <a:ln/>
        </p:spPr>
        <p:txBody>
          <a:bodyPr wrap="square" lIns="0" tIns="0" rIns="0" bIns="0" rtlCol="0" anchor="ctr"/>
          <a:lstStyle/>
          <a:p>
            <a:pPr marL="0" indent="0">
              <a:buNone/>
            </a:pPr>
            <a:r>
              <a:rPr lang="en-US" sz="1600" dirty="0"/>
              <a:t>This demo starts with a 30-line notebook and grows it into a production-ready</a:t>
            </a:r>
          </a:p>
          <a:p>
            <a:pPr marL="0" indent="0">
              <a:buNone/>
            </a:pPr>
            <a:r>
              <a:rPr lang="en-US" sz="1600" dirty="0"/>
              <a:t>ML service — one layer at a time. Each layer added corresponds to a box in the Sculley "hidden technical debt" diagram</a:t>
            </a:r>
          </a:p>
        </p:txBody>
      </p:sp>
      <p:sp>
        <p:nvSpPr>
          <p:cNvPr id="6" name="Shape 4"/>
          <p:cNvSpPr/>
          <p:nvPr/>
        </p:nvSpPr>
        <p:spPr>
          <a:xfrm>
            <a:off x="6217920" y="1371248"/>
            <a:ext cx="2286000" cy="3108960"/>
          </a:xfrm>
          <a:prstGeom prst="rect">
            <a:avLst/>
          </a:prstGeom>
          <a:solidFill>
            <a:srgbClr val="232942"/>
          </a:solidFill>
          <a:ln w="12700">
            <a:solidFill>
              <a:srgbClr val="232942"/>
            </a:solidFill>
            <a:prstDash val="solid"/>
          </a:ln>
        </p:spPr>
        <p:txBody>
          <a:bodyPr/>
          <a:lstStyle/>
          <a:p>
            <a:endParaRPr lang="en-IN"/>
          </a:p>
        </p:txBody>
      </p:sp>
      <p:sp>
        <p:nvSpPr>
          <p:cNvPr id="7" name="Shape 5"/>
          <p:cNvSpPr/>
          <p:nvPr/>
        </p:nvSpPr>
        <p:spPr>
          <a:xfrm>
            <a:off x="6400800" y="3931568"/>
            <a:ext cx="1920240" cy="365760"/>
          </a:xfrm>
          <a:prstGeom prst="rect">
            <a:avLst/>
          </a:prstGeom>
          <a:solidFill>
            <a:srgbClr val="00B4A6"/>
          </a:solidFill>
          <a:ln w="12700">
            <a:solidFill>
              <a:srgbClr val="00B4A6"/>
            </a:solidFill>
            <a:prstDash val="solid"/>
          </a:ln>
        </p:spPr>
        <p:txBody>
          <a:bodyPr/>
          <a:lstStyle/>
          <a:p>
            <a:endParaRPr lang="en-IN"/>
          </a:p>
        </p:txBody>
      </p:sp>
      <p:sp>
        <p:nvSpPr>
          <p:cNvPr id="8" name="Shape 6"/>
          <p:cNvSpPr/>
          <p:nvPr/>
        </p:nvSpPr>
        <p:spPr>
          <a:xfrm>
            <a:off x="6400800" y="1508408"/>
            <a:ext cx="1920240" cy="274320"/>
          </a:xfrm>
          <a:prstGeom prst="rect">
            <a:avLst/>
          </a:prstGeom>
          <a:solidFill>
            <a:srgbClr val="2C3E6E"/>
          </a:solidFill>
          <a:ln w="12700">
            <a:solidFill>
              <a:srgbClr val="2C3E6E"/>
            </a:solidFill>
            <a:prstDash val="solid"/>
          </a:ln>
        </p:spPr>
        <p:txBody>
          <a:bodyPr/>
          <a:lstStyle/>
          <a:p>
            <a:endParaRPr lang="en-IN"/>
          </a:p>
        </p:txBody>
      </p:sp>
      <p:sp>
        <p:nvSpPr>
          <p:cNvPr id="9" name="Text 7"/>
          <p:cNvSpPr/>
          <p:nvPr/>
        </p:nvSpPr>
        <p:spPr>
          <a:xfrm>
            <a:off x="6400800" y="1508408"/>
            <a:ext cx="1920240" cy="274320"/>
          </a:xfrm>
          <a:prstGeom prst="rect">
            <a:avLst/>
          </a:prstGeom>
          <a:noFill/>
          <a:ln/>
        </p:spPr>
        <p:txBody>
          <a:bodyPr wrap="square" lIns="0" tIns="0" rIns="0" bIns="0" rtlCol="0" anchor="ctr"/>
          <a:lstStyle/>
          <a:p>
            <a:pPr marL="0" indent="0" algn="ctr">
              <a:buNone/>
            </a:pPr>
            <a:r>
              <a:rPr lang="en-US" sz="800" dirty="0">
                <a:solidFill>
                  <a:srgbClr val="8892B0"/>
                </a:solidFill>
              </a:rPr>
              <a:t>Configuration</a:t>
            </a:r>
            <a:endParaRPr lang="en-US" sz="800" dirty="0"/>
          </a:p>
        </p:txBody>
      </p:sp>
      <p:sp>
        <p:nvSpPr>
          <p:cNvPr id="10" name="Shape 8"/>
          <p:cNvSpPr/>
          <p:nvPr/>
        </p:nvSpPr>
        <p:spPr>
          <a:xfrm>
            <a:off x="6400800" y="1819304"/>
            <a:ext cx="1920240" cy="228600"/>
          </a:xfrm>
          <a:prstGeom prst="rect">
            <a:avLst/>
          </a:prstGeom>
          <a:solidFill>
            <a:srgbClr val="2C3E6E"/>
          </a:solidFill>
          <a:ln w="12700">
            <a:solidFill>
              <a:srgbClr val="2C3E6E"/>
            </a:solidFill>
            <a:prstDash val="solid"/>
          </a:ln>
        </p:spPr>
        <p:txBody>
          <a:bodyPr/>
          <a:lstStyle/>
          <a:p>
            <a:endParaRPr lang="en-IN"/>
          </a:p>
        </p:txBody>
      </p:sp>
      <p:sp>
        <p:nvSpPr>
          <p:cNvPr id="11" name="Text 9"/>
          <p:cNvSpPr/>
          <p:nvPr/>
        </p:nvSpPr>
        <p:spPr>
          <a:xfrm>
            <a:off x="6400800" y="1819304"/>
            <a:ext cx="1920240" cy="228600"/>
          </a:xfrm>
          <a:prstGeom prst="rect">
            <a:avLst/>
          </a:prstGeom>
          <a:noFill/>
          <a:ln/>
        </p:spPr>
        <p:txBody>
          <a:bodyPr wrap="square" lIns="0" tIns="0" rIns="0" bIns="0" rtlCol="0" anchor="ctr"/>
          <a:lstStyle/>
          <a:p>
            <a:pPr marL="0" indent="0" algn="ctr">
              <a:buNone/>
            </a:pPr>
            <a:r>
              <a:rPr lang="en-US" sz="800" dirty="0">
                <a:solidFill>
                  <a:srgbClr val="8892B0"/>
                </a:solidFill>
              </a:rPr>
              <a:t>Data Collection</a:t>
            </a:r>
            <a:endParaRPr lang="en-US" sz="800" dirty="0"/>
          </a:p>
        </p:txBody>
      </p:sp>
      <p:sp>
        <p:nvSpPr>
          <p:cNvPr id="12" name="Shape 10"/>
          <p:cNvSpPr/>
          <p:nvPr/>
        </p:nvSpPr>
        <p:spPr>
          <a:xfrm>
            <a:off x="6400800" y="2084480"/>
            <a:ext cx="1920240" cy="228600"/>
          </a:xfrm>
          <a:prstGeom prst="rect">
            <a:avLst/>
          </a:prstGeom>
          <a:solidFill>
            <a:srgbClr val="2C3E6E"/>
          </a:solidFill>
          <a:ln w="12700">
            <a:solidFill>
              <a:srgbClr val="2C3E6E"/>
            </a:solidFill>
            <a:prstDash val="solid"/>
          </a:ln>
        </p:spPr>
        <p:txBody>
          <a:bodyPr/>
          <a:lstStyle/>
          <a:p>
            <a:endParaRPr lang="en-IN"/>
          </a:p>
        </p:txBody>
      </p:sp>
      <p:sp>
        <p:nvSpPr>
          <p:cNvPr id="13" name="Text 11"/>
          <p:cNvSpPr/>
          <p:nvPr/>
        </p:nvSpPr>
        <p:spPr>
          <a:xfrm>
            <a:off x="6400800" y="2084480"/>
            <a:ext cx="1920240" cy="228600"/>
          </a:xfrm>
          <a:prstGeom prst="rect">
            <a:avLst/>
          </a:prstGeom>
          <a:noFill/>
          <a:ln/>
        </p:spPr>
        <p:txBody>
          <a:bodyPr wrap="square" lIns="0" tIns="0" rIns="0" bIns="0" rtlCol="0" anchor="ctr"/>
          <a:lstStyle/>
          <a:p>
            <a:pPr marL="0" indent="0" algn="ctr">
              <a:buNone/>
            </a:pPr>
            <a:r>
              <a:rPr lang="en-US" sz="800" dirty="0">
                <a:solidFill>
                  <a:srgbClr val="8892B0"/>
                </a:solidFill>
              </a:rPr>
              <a:t>Feature Extraction</a:t>
            </a:r>
            <a:endParaRPr lang="en-US" sz="800" dirty="0"/>
          </a:p>
        </p:txBody>
      </p:sp>
      <p:sp>
        <p:nvSpPr>
          <p:cNvPr id="14" name="Shape 12"/>
          <p:cNvSpPr/>
          <p:nvPr/>
        </p:nvSpPr>
        <p:spPr>
          <a:xfrm>
            <a:off x="6400800" y="2349656"/>
            <a:ext cx="1920240" cy="228600"/>
          </a:xfrm>
          <a:prstGeom prst="rect">
            <a:avLst/>
          </a:prstGeom>
          <a:solidFill>
            <a:srgbClr val="2C3E6E"/>
          </a:solidFill>
          <a:ln w="12700">
            <a:solidFill>
              <a:srgbClr val="2C3E6E"/>
            </a:solidFill>
            <a:prstDash val="solid"/>
          </a:ln>
        </p:spPr>
        <p:txBody>
          <a:bodyPr/>
          <a:lstStyle/>
          <a:p>
            <a:endParaRPr lang="en-IN"/>
          </a:p>
        </p:txBody>
      </p:sp>
      <p:sp>
        <p:nvSpPr>
          <p:cNvPr id="15" name="Text 13"/>
          <p:cNvSpPr/>
          <p:nvPr/>
        </p:nvSpPr>
        <p:spPr>
          <a:xfrm>
            <a:off x="6400800" y="2349656"/>
            <a:ext cx="1920240" cy="228600"/>
          </a:xfrm>
          <a:prstGeom prst="rect">
            <a:avLst/>
          </a:prstGeom>
          <a:noFill/>
          <a:ln/>
        </p:spPr>
        <p:txBody>
          <a:bodyPr wrap="square" lIns="0" tIns="0" rIns="0" bIns="0" rtlCol="0" anchor="ctr"/>
          <a:lstStyle/>
          <a:p>
            <a:pPr marL="0" indent="0" algn="ctr">
              <a:buNone/>
            </a:pPr>
            <a:r>
              <a:rPr lang="en-US" sz="800" dirty="0">
                <a:solidFill>
                  <a:srgbClr val="8892B0"/>
                </a:solidFill>
              </a:rPr>
              <a:t>Process Mgmt</a:t>
            </a:r>
            <a:endParaRPr lang="en-US" sz="800" dirty="0"/>
          </a:p>
        </p:txBody>
      </p:sp>
      <p:sp>
        <p:nvSpPr>
          <p:cNvPr id="16" name="Shape 14"/>
          <p:cNvSpPr/>
          <p:nvPr/>
        </p:nvSpPr>
        <p:spPr>
          <a:xfrm>
            <a:off x="6400800" y="2614832"/>
            <a:ext cx="1920240" cy="228600"/>
          </a:xfrm>
          <a:prstGeom prst="rect">
            <a:avLst/>
          </a:prstGeom>
          <a:solidFill>
            <a:srgbClr val="2C3E6E"/>
          </a:solidFill>
          <a:ln w="12700">
            <a:solidFill>
              <a:srgbClr val="2C3E6E"/>
            </a:solidFill>
            <a:prstDash val="solid"/>
          </a:ln>
        </p:spPr>
        <p:txBody>
          <a:bodyPr/>
          <a:lstStyle/>
          <a:p>
            <a:endParaRPr lang="en-IN"/>
          </a:p>
        </p:txBody>
      </p:sp>
      <p:sp>
        <p:nvSpPr>
          <p:cNvPr id="17" name="Text 15"/>
          <p:cNvSpPr/>
          <p:nvPr/>
        </p:nvSpPr>
        <p:spPr>
          <a:xfrm>
            <a:off x="6400800" y="2614832"/>
            <a:ext cx="1920240" cy="228600"/>
          </a:xfrm>
          <a:prstGeom prst="rect">
            <a:avLst/>
          </a:prstGeom>
          <a:noFill/>
          <a:ln/>
        </p:spPr>
        <p:txBody>
          <a:bodyPr wrap="square" lIns="0" tIns="0" rIns="0" bIns="0" rtlCol="0" anchor="ctr"/>
          <a:lstStyle/>
          <a:p>
            <a:pPr marL="0" indent="0" algn="ctr">
              <a:buNone/>
            </a:pPr>
            <a:r>
              <a:rPr lang="en-US" sz="800" dirty="0">
                <a:solidFill>
                  <a:srgbClr val="8892B0"/>
                </a:solidFill>
              </a:rPr>
              <a:t>Monitoring</a:t>
            </a:r>
            <a:endParaRPr lang="en-US" sz="800" dirty="0"/>
          </a:p>
        </p:txBody>
      </p:sp>
      <p:sp>
        <p:nvSpPr>
          <p:cNvPr id="18" name="Shape 16"/>
          <p:cNvSpPr/>
          <p:nvPr/>
        </p:nvSpPr>
        <p:spPr>
          <a:xfrm>
            <a:off x="6400800" y="2880008"/>
            <a:ext cx="1920240" cy="274320"/>
          </a:xfrm>
          <a:prstGeom prst="rect">
            <a:avLst/>
          </a:prstGeom>
          <a:solidFill>
            <a:srgbClr val="2C3E6E"/>
          </a:solidFill>
          <a:ln w="12700">
            <a:solidFill>
              <a:srgbClr val="2C3E6E"/>
            </a:solidFill>
            <a:prstDash val="solid"/>
          </a:ln>
        </p:spPr>
        <p:txBody>
          <a:bodyPr/>
          <a:lstStyle/>
          <a:p>
            <a:endParaRPr lang="en-IN"/>
          </a:p>
        </p:txBody>
      </p:sp>
      <p:sp>
        <p:nvSpPr>
          <p:cNvPr id="19" name="Text 17"/>
          <p:cNvSpPr/>
          <p:nvPr/>
        </p:nvSpPr>
        <p:spPr>
          <a:xfrm>
            <a:off x="6400800" y="2880008"/>
            <a:ext cx="1920240" cy="274320"/>
          </a:xfrm>
          <a:prstGeom prst="rect">
            <a:avLst/>
          </a:prstGeom>
          <a:noFill/>
          <a:ln/>
        </p:spPr>
        <p:txBody>
          <a:bodyPr wrap="square" lIns="0" tIns="0" rIns="0" bIns="0" rtlCol="0" anchor="ctr"/>
          <a:lstStyle/>
          <a:p>
            <a:pPr marL="0" indent="0" algn="ctr">
              <a:buNone/>
            </a:pPr>
            <a:r>
              <a:rPr lang="en-US" sz="800" dirty="0">
                <a:solidFill>
                  <a:srgbClr val="8892B0"/>
                </a:solidFill>
              </a:rPr>
              <a:t>Serving Infra</a:t>
            </a:r>
            <a:endParaRPr lang="en-US" sz="800" dirty="0"/>
          </a:p>
        </p:txBody>
      </p:sp>
      <p:sp>
        <p:nvSpPr>
          <p:cNvPr id="20" name="Text 18"/>
          <p:cNvSpPr/>
          <p:nvPr/>
        </p:nvSpPr>
        <p:spPr>
          <a:xfrm>
            <a:off x="6400800" y="3931568"/>
            <a:ext cx="1920240" cy="365760"/>
          </a:xfrm>
          <a:prstGeom prst="rect">
            <a:avLst/>
          </a:prstGeom>
          <a:noFill/>
          <a:ln/>
        </p:spPr>
        <p:txBody>
          <a:bodyPr wrap="square" lIns="0" tIns="0" rIns="0" bIns="0" rtlCol="0" anchor="ctr"/>
          <a:lstStyle/>
          <a:p>
            <a:pPr marL="0" indent="0" algn="ctr">
              <a:buNone/>
            </a:pPr>
            <a:r>
              <a:rPr lang="en-US" sz="900" b="1" dirty="0">
                <a:solidFill>
                  <a:srgbClr val="1A1F2E"/>
                </a:solidFill>
              </a:rPr>
              <a:t>ML Code</a:t>
            </a:r>
            <a:endParaRPr lang="en-US" sz="900" dirty="0"/>
          </a:p>
        </p:txBody>
      </p:sp>
      <p:sp>
        <p:nvSpPr>
          <p:cNvPr id="21" name="Text 19"/>
          <p:cNvSpPr/>
          <p:nvPr/>
        </p:nvSpPr>
        <p:spPr>
          <a:xfrm>
            <a:off x="6217920" y="4548788"/>
            <a:ext cx="2286000" cy="228600"/>
          </a:xfrm>
          <a:prstGeom prst="rect">
            <a:avLst/>
          </a:prstGeom>
          <a:noFill/>
          <a:ln/>
        </p:spPr>
        <p:txBody>
          <a:bodyPr wrap="square" lIns="0" tIns="0" rIns="0" bIns="0" rtlCol="0" anchor="ctr"/>
          <a:lstStyle/>
          <a:p>
            <a:pPr marL="0" indent="0" algn="ctr">
              <a:buNone/>
            </a:pPr>
            <a:r>
              <a:rPr lang="en-US" sz="800" dirty="0">
                <a:solidFill>
                  <a:srgbClr val="8892B0"/>
                </a:solidFill>
              </a:rPr>
              <a:t>Sculley et al., NeurIPS 2015</a:t>
            </a:r>
            <a:endParaRPr lang="en-US" sz="800" dirty="0"/>
          </a:p>
        </p:txBody>
      </p:sp>
      <p:sp>
        <p:nvSpPr>
          <p:cNvPr id="24" name="Content Placeholder 4">
            <a:extLst>
              <a:ext uri="{FF2B5EF4-FFF2-40B4-BE49-F238E27FC236}">
                <a16:creationId xmlns:a16="http://schemas.microsoft.com/office/drawing/2014/main" id="{AD1A8164-430C-F424-1680-56B60E966735}"/>
              </a:ext>
            </a:extLst>
          </p:cNvPr>
          <p:cNvSpPr txBox="1"/>
          <p:nvPr/>
        </p:nvSpPr>
        <p:spPr>
          <a:xfrm>
            <a:off x="1405889" y="114300"/>
            <a:ext cx="4674872" cy="857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nchor="ctr">
            <a:normAutofit/>
          </a:bodyPr>
          <a:lstStyle>
            <a:lvl1pPr marL="342900" indent="-685800">
              <a:lnSpc>
                <a:spcPts val="3600"/>
              </a:lnSpc>
              <a:defRPr sz="3600" b="1" spc="-200">
                <a:latin typeface="+mj-lt"/>
                <a:ea typeface="+mj-ea"/>
                <a:cs typeface="+mj-cs"/>
                <a:sym typeface="Arial"/>
              </a:defRPr>
            </a:lvl1pPr>
          </a:lstStyle>
          <a:p>
            <a:pPr marL="257175" indent="-514350" defTabSz="685800" hangingPunct="0">
              <a:lnSpc>
                <a:spcPts val="2700"/>
              </a:lnSpc>
            </a:pPr>
            <a:r>
              <a:rPr lang="en-US" sz="2700" kern="0" spc="-150" dirty="0">
                <a:solidFill>
                  <a:srgbClr val="000000"/>
                </a:solidFill>
                <a:latin typeface="Arial"/>
                <a:cs typeface="Arial"/>
              </a:rPr>
              <a:t>From notebook to production ML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2"/>
          <p:cNvSpPr/>
          <p:nvPr/>
        </p:nvSpPr>
        <p:spPr>
          <a:xfrm>
            <a:off x="457200" y="361188"/>
            <a:ext cx="8229600" cy="64008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The notebook</a:t>
            </a:r>
            <a:endParaRPr lang="en-US" sz="2800" dirty="0"/>
          </a:p>
        </p:txBody>
      </p:sp>
      <p:sp>
        <p:nvSpPr>
          <p:cNvPr id="5" name="Shape 3"/>
          <p:cNvSpPr/>
          <p:nvPr/>
        </p:nvSpPr>
        <p:spPr>
          <a:xfrm>
            <a:off x="457200" y="1417320"/>
            <a:ext cx="4297680" cy="3429000"/>
          </a:xfrm>
          <a:prstGeom prst="rect">
            <a:avLst/>
          </a:prstGeom>
          <a:solidFill>
            <a:srgbClr val="0D1117"/>
          </a:solidFill>
          <a:ln w="12700">
            <a:solidFill>
              <a:srgbClr val="30363D"/>
            </a:solidFill>
            <a:prstDash val="solid"/>
          </a:ln>
        </p:spPr>
        <p:txBody>
          <a:bodyPr/>
          <a:lstStyle/>
          <a:p>
            <a:endParaRPr lang="en-IN"/>
          </a:p>
        </p:txBody>
      </p:sp>
      <p:sp>
        <p:nvSpPr>
          <p:cNvPr id="6" name="Text 4"/>
          <p:cNvSpPr/>
          <p:nvPr/>
        </p:nvSpPr>
        <p:spPr>
          <a:xfrm>
            <a:off x="621792" y="1554480"/>
            <a:ext cx="3968496" cy="3154680"/>
          </a:xfrm>
          <a:prstGeom prst="rect">
            <a:avLst/>
          </a:prstGeom>
          <a:noFill/>
          <a:ln/>
        </p:spPr>
        <p:txBody>
          <a:bodyPr wrap="square" lIns="0" tIns="0" rIns="0" bIns="0" rtlCol="0" anchor="t"/>
          <a:lstStyle/>
          <a:p>
            <a:pPr marL="0" indent="0">
              <a:buNone/>
            </a:pPr>
            <a:r>
              <a:rPr lang="en-US" sz="1050" dirty="0">
                <a:solidFill>
                  <a:srgbClr val="6A9955"/>
                </a:solidFill>
                <a:latin typeface="Consolas" pitchFamily="34" charset="0"/>
                <a:ea typeface="Consolas" pitchFamily="34" charset="-122"/>
                <a:cs typeface="Consolas" pitchFamily="34" charset="-120"/>
              </a:rPr>
              <a:t># step1_notebook.py — 30 lines. It works.</a:t>
            </a:r>
            <a:endParaRPr lang="en-US" sz="1050" dirty="0"/>
          </a:p>
          <a:p>
            <a:pPr marL="0" indent="0">
              <a:buNone/>
            </a:pP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import pandas as pd</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from sklearn.ensemble import RandomForestClassifier</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import joblib</a:t>
            </a:r>
            <a:endParaRPr lang="en-US" sz="1050" dirty="0"/>
          </a:p>
          <a:p>
            <a:pPr marL="0" indent="0">
              <a:buNone/>
            </a:pP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df = pd.read_csv('data/fraud_data.csv')</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X = df[['amount','hour_of_day',</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'is_foreign','num_txn_last_hour']]</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y = df['is_fraud']</a:t>
            </a:r>
            <a:endParaRPr lang="en-US" sz="1050" dirty="0"/>
          </a:p>
          <a:p>
            <a:pPr marL="0" indent="0">
              <a:buNone/>
            </a:pP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model = RandomForestClassifier(</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n_estimators=100, max_depth=5)</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model.fit(X_train, y_train)</a:t>
            </a:r>
            <a:endParaRPr lang="en-US" sz="1050" dirty="0"/>
          </a:p>
          <a:p>
            <a:pPr marL="0" indent="0">
              <a:buNone/>
            </a:pP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joblib.dump(model, 'model.pkl')</a:t>
            </a:r>
            <a:endParaRPr lang="en-US" sz="1050" dirty="0"/>
          </a:p>
        </p:txBody>
      </p:sp>
      <p:sp>
        <p:nvSpPr>
          <p:cNvPr id="7" name="Text 5"/>
          <p:cNvSpPr/>
          <p:nvPr/>
        </p:nvSpPr>
        <p:spPr>
          <a:xfrm>
            <a:off x="4983480" y="1417320"/>
            <a:ext cx="3931920" cy="365760"/>
          </a:xfrm>
          <a:prstGeom prst="rect">
            <a:avLst/>
          </a:prstGeom>
          <a:noFill/>
          <a:ln/>
        </p:spPr>
        <p:txBody>
          <a:bodyPr wrap="square" lIns="0" tIns="0" rIns="0" bIns="0" rtlCol="0" anchor="ctr"/>
          <a:lstStyle/>
          <a:p>
            <a:pPr marL="0" indent="0">
              <a:buNone/>
            </a:pPr>
            <a:r>
              <a:rPr lang="en-US" sz="1400" b="1" dirty="0">
                <a:solidFill>
                  <a:srgbClr val="FFFFFF"/>
                </a:solidFill>
              </a:rPr>
              <a:t>What's missing?</a:t>
            </a:r>
            <a:endParaRPr lang="en-US" sz="1400" dirty="0"/>
          </a:p>
        </p:txBody>
      </p:sp>
      <p:sp>
        <p:nvSpPr>
          <p:cNvPr id="8" name="Shape 6"/>
          <p:cNvSpPr/>
          <p:nvPr/>
        </p:nvSpPr>
        <p:spPr>
          <a:xfrm>
            <a:off x="4983480" y="1874520"/>
            <a:ext cx="256032" cy="256032"/>
          </a:xfrm>
          <a:prstGeom prst="rect">
            <a:avLst/>
          </a:prstGeom>
          <a:solidFill>
            <a:srgbClr val="EF4444"/>
          </a:solidFill>
          <a:ln w="12700">
            <a:solidFill>
              <a:srgbClr val="EF4444"/>
            </a:solidFill>
            <a:prstDash val="solid"/>
          </a:ln>
        </p:spPr>
        <p:txBody>
          <a:bodyPr/>
          <a:lstStyle/>
          <a:p>
            <a:endParaRPr lang="en-IN"/>
          </a:p>
        </p:txBody>
      </p:sp>
      <p:sp>
        <p:nvSpPr>
          <p:cNvPr id="9" name="Text 7"/>
          <p:cNvSpPr/>
          <p:nvPr/>
        </p:nvSpPr>
        <p:spPr>
          <a:xfrm>
            <a:off x="4983480" y="18745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10" name="Text 8"/>
          <p:cNvSpPr/>
          <p:nvPr/>
        </p:nvSpPr>
        <p:spPr>
          <a:xfrm>
            <a:off x="5349240" y="1874520"/>
            <a:ext cx="3566160" cy="228600"/>
          </a:xfrm>
          <a:prstGeom prst="rect">
            <a:avLst/>
          </a:prstGeom>
          <a:noFill/>
          <a:ln/>
        </p:spPr>
        <p:txBody>
          <a:bodyPr wrap="square" lIns="0" tIns="0" rIns="0" bIns="0" rtlCol="0" anchor="ctr"/>
          <a:lstStyle/>
          <a:p>
            <a:pPr marL="0" indent="0">
              <a:buNone/>
            </a:pPr>
            <a:r>
              <a:rPr lang="en-US" sz="1200" b="1" dirty="0">
                <a:solidFill>
                  <a:srgbClr val="FFFFFF"/>
                </a:solidFill>
              </a:rPr>
              <a:t>No schema validation</a:t>
            </a:r>
            <a:endParaRPr lang="en-US" sz="1200" dirty="0"/>
          </a:p>
        </p:txBody>
      </p:sp>
      <p:sp>
        <p:nvSpPr>
          <p:cNvPr id="11" name="Text 9"/>
          <p:cNvSpPr/>
          <p:nvPr/>
        </p:nvSpPr>
        <p:spPr>
          <a:xfrm>
            <a:off x="5349240" y="2093976"/>
            <a:ext cx="3566160" cy="201168"/>
          </a:xfrm>
          <a:prstGeom prst="rect">
            <a:avLst/>
          </a:prstGeom>
          <a:noFill/>
          <a:ln/>
        </p:spPr>
        <p:txBody>
          <a:bodyPr wrap="square" lIns="0" tIns="0" rIns="0" bIns="0" rtlCol="0" anchor="ctr"/>
          <a:lstStyle/>
          <a:p>
            <a:pPr marL="0" indent="0">
              <a:buNone/>
            </a:pPr>
            <a:r>
              <a:rPr lang="en-US" sz="1000" dirty="0">
                <a:solidFill>
                  <a:srgbClr val="8892B0"/>
                </a:solidFill>
              </a:rPr>
              <a:t>Bad inputs → silent garbage</a:t>
            </a:r>
            <a:endParaRPr lang="en-US" sz="1000" dirty="0"/>
          </a:p>
        </p:txBody>
      </p:sp>
      <p:sp>
        <p:nvSpPr>
          <p:cNvPr id="12" name="Shape 10"/>
          <p:cNvSpPr/>
          <p:nvPr/>
        </p:nvSpPr>
        <p:spPr>
          <a:xfrm>
            <a:off x="4983480" y="2377440"/>
            <a:ext cx="256032" cy="256032"/>
          </a:xfrm>
          <a:prstGeom prst="rect">
            <a:avLst/>
          </a:prstGeom>
          <a:solidFill>
            <a:srgbClr val="EF4444"/>
          </a:solidFill>
          <a:ln w="12700">
            <a:solidFill>
              <a:srgbClr val="EF4444"/>
            </a:solidFill>
            <a:prstDash val="solid"/>
          </a:ln>
        </p:spPr>
        <p:txBody>
          <a:bodyPr/>
          <a:lstStyle/>
          <a:p>
            <a:endParaRPr lang="en-IN"/>
          </a:p>
        </p:txBody>
      </p:sp>
      <p:sp>
        <p:nvSpPr>
          <p:cNvPr id="13" name="Text 11"/>
          <p:cNvSpPr/>
          <p:nvPr/>
        </p:nvSpPr>
        <p:spPr>
          <a:xfrm>
            <a:off x="4983480" y="237744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14" name="Text 12"/>
          <p:cNvSpPr/>
          <p:nvPr/>
        </p:nvSpPr>
        <p:spPr>
          <a:xfrm>
            <a:off x="5349240" y="2377440"/>
            <a:ext cx="3566160" cy="228600"/>
          </a:xfrm>
          <a:prstGeom prst="rect">
            <a:avLst/>
          </a:prstGeom>
          <a:noFill/>
          <a:ln/>
        </p:spPr>
        <p:txBody>
          <a:bodyPr wrap="square" lIns="0" tIns="0" rIns="0" bIns="0" rtlCol="0" anchor="ctr"/>
          <a:lstStyle/>
          <a:p>
            <a:pPr marL="0" indent="0">
              <a:buNone/>
            </a:pPr>
            <a:r>
              <a:rPr lang="en-US" sz="1200" b="1" dirty="0">
                <a:solidFill>
                  <a:srgbClr val="FFFFFF"/>
                </a:solidFill>
              </a:rPr>
              <a:t>No error handling</a:t>
            </a:r>
            <a:endParaRPr lang="en-US" sz="1200" dirty="0"/>
          </a:p>
        </p:txBody>
      </p:sp>
      <p:sp>
        <p:nvSpPr>
          <p:cNvPr id="15" name="Text 13"/>
          <p:cNvSpPr/>
          <p:nvPr/>
        </p:nvSpPr>
        <p:spPr>
          <a:xfrm>
            <a:off x="5349240" y="2596896"/>
            <a:ext cx="3566160" cy="201168"/>
          </a:xfrm>
          <a:prstGeom prst="rect">
            <a:avLst/>
          </a:prstGeom>
          <a:noFill/>
          <a:ln/>
        </p:spPr>
        <p:txBody>
          <a:bodyPr wrap="square" lIns="0" tIns="0" rIns="0" bIns="0" rtlCol="0" anchor="ctr"/>
          <a:lstStyle/>
          <a:p>
            <a:pPr marL="0" indent="0">
              <a:buNone/>
            </a:pPr>
            <a:r>
              <a:rPr lang="en-US" sz="1000" dirty="0">
                <a:solidFill>
                  <a:srgbClr val="8892B0"/>
                </a:solidFill>
              </a:rPr>
              <a:t>Crashes at 2am with no trace</a:t>
            </a:r>
            <a:endParaRPr lang="en-US" sz="1000" dirty="0"/>
          </a:p>
        </p:txBody>
      </p:sp>
      <p:sp>
        <p:nvSpPr>
          <p:cNvPr id="16" name="Shape 14"/>
          <p:cNvSpPr/>
          <p:nvPr/>
        </p:nvSpPr>
        <p:spPr>
          <a:xfrm>
            <a:off x="4983480" y="2880360"/>
            <a:ext cx="256032" cy="256032"/>
          </a:xfrm>
          <a:prstGeom prst="rect">
            <a:avLst/>
          </a:prstGeom>
          <a:solidFill>
            <a:srgbClr val="EF4444"/>
          </a:solidFill>
          <a:ln w="12700">
            <a:solidFill>
              <a:srgbClr val="EF4444"/>
            </a:solidFill>
            <a:prstDash val="solid"/>
          </a:ln>
        </p:spPr>
        <p:txBody>
          <a:bodyPr/>
          <a:lstStyle/>
          <a:p>
            <a:endParaRPr lang="en-IN"/>
          </a:p>
        </p:txBody>
      </p:sp>
      <p:sp>
        <p:nvSpPr>
          <p:cNvPr id="17" name="Text 15"/>
          <p:cNvSpPr/>
          <p:nvPr/>
        </p:nvSpPr>
        <p:spPr>
          <a:xfrm>
            <a:off x="4983480" y="288036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18" name="Text 16"/>
          <p:cNvSpPr/>
          <p:nvPr/>
        </p:nvSpPr>
        <p:spPr>
          <a:xfrm>
            <a:off x="5349240" y="2880360"/>
            <a:ext cx="3566160" cy="228600"/>
          </a:xfrm>
          <a:prstGeom prst="rect">
            <a:avLst/>
          </a:prstGeom>
          <a:noFill/>
          <a:ln/>
        </p:spPr>
        <p:txBody>
          <a:bodyPr wrap="square" lIns="0" tIns="0" rIns="0" bIns="0" rtlCol="0" anchor="ctr"/>
          <a:lstStyle/>
          <a:p>
            <a:pPr marL="0" indent="0">
              <a:buNone/>
            </a:pPr>
            <a:r>
              <a:rPr lang="en-US" sz="1200" b="1" dirty="0">
                <a:solidFill>
                  <a:srgbClr val="FFFFFF"/>
                </a:solidFill>
              </a:rPr>
              <a:t>No logging</a:t>
            </a:r>
            <a:endParaRPr lang="en-US" sz="1200" dirty="0"/>
          </a:p>
        </p:txBody>
      </p:sp>
      <p:sp>
        <p:nvSpPr>
          <p:cNvPr id="19" name="Text 17"/>
          <p:cNvSpPr/>
          <p:nvPr/>
        </p:nvSpPr>
        <p:spPr>
          <a:xfrm>
            <a:off x="5349240" y="3099816"/>
            <a:ext cx="3566160" cy="201168"/>
          </a:xfrm>
          <a:prstGeom prst="rect">
            <a:avLst/>
          </a:prstGeom>
          <a:noFill/>
          <a:ln/>
        </p:spPr>
        <p:txBody>
          <a:bodyPr wrap="square" lIns="0" tIns="0" rIns="0" bIns="0" rtlCol="0" anchor="ctr"/>
          <a:lstStyle/>
          <a:p>
            <a:pPr marL="0" indent="0">
              <a:buNone/>
            </a:pPr>
            <a:r>
              <a:rPr lang="en-US" sz="1000" dirty="0">
                <a:solidFill>
                  <a:srgbClr val="8892B0"/>
                </a:solidFill>
              </a:rPr>
              <a:t>Impossible to debug production</a:t>
            </a:r>
            <a:endParaRPr lang="en-US" sz="1000" dirty="0"/>
          </a:p>
        </p:txBody>
      </p:sp>
      <p:sp>
        <p:nvSpPr>
          <p:cNvPr id="20" name="Shape 18"/>
          <p:cNvSpPr/>
          <p:nvPr/>
        </p:nvSpPr>
        <p:spPr>
          <a:xfrm>
            <a:off x="4983480" y="3383280"/>
            <a:ext cx="256032" cy="256032"/>
          </a:xfrm>
          <a:prstGeom prst="rect">
            <a:avLst/>
          </a:prstGeom>
          <a:solidFill>
            <a:srgbClr val="EF4444"/>
          </a:solidFill>
          <a:ln w="12700">
            <a:solidFill>
              <a:srgbClr val="EF4444"/>
            </a:solidFill>
            <a:prstDash val="solid"/>
          </a:ln>
        </p:spPr>
        <p:txBody>
          <a:bodyPr/>
          <a:lstStyle/>
          <a:p>
            <a:endParaRPr lang="en-IN"/>
          </a:p>
        </p:txBody>
      </p:sp>
      <p:sp>
        <p:nvSpPr>
          <p:cNvPr id="21" name="Text 19"/>
          <p:cNvSpPr/>
          <p:nvPr/>
        </p:nvSpPr>
        <p:spPr>
          <a:xfrm>
            <a:off x="4983480" y="338328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22" name="Text 20"/>
          <p:cNvSpPr/>
          <p:nvPr/>
        </p:nvSpPr>
        <p:spPr>
          <a:xfrm>
            <a:off x="5349240" y="3383280"/>
            <a:ext cx="3566160" cy="228600"/>
          </a:xfrm>
          <a:prstGeom prst="rect">
            <a:avLst/>
          </a:prstGeom>
          <a:noFill/>
          <a:ln/>
        </p:spPr>
        <p:txBody>
          <a:bodyPr wrap="square" lIns="0" tIns="0" rIns="0" bIns="0" rtlCol="0" anchor="ctr"/>
          <a:lstStyle/>
          <a:p>
            <a:pPr marL="0" indent="0">
              <a:buNone/>
            </a:pPr>
            <a:r>
              <a:rPr lang="en-US" sz="1200" b="1" dirty="0">
                <a:solidFill>
                  <a:srgbClr val="FFFFFF"/>
                </a:solidFill>
              </a:rPr>
              <a:t>Hardcoded paths</a:t>
            </a:r>
            <a:endParaRPr lang="en-US" sz="1200" dirty="0"/>
          </a:p>
        </p:txBody>
      </p:sp>
      <p:sp>
        <p:nvSpPr>
          <p:cNvPr id="23" name="Text 21"/>
          <p:cNvSpPr/>
          <p:nvPr/>
        </p:nvSpPr>
        <p:spPr>
          <a:xfrm>
            <a:off x="5349240" y="3602736"/>
            <a:ext cx="3566160" cy="201168"/>
          </a:xfrm>
          <a:prstGeom prst="rect">
            <a:avLst/>
          </a:prstGeom>
          <a:noFill/>
          <a:ln/>
        </p:spPr>
        <p:txBody>
          <a:bodyPr wrap="square" lIns="0" tIns="0" rIns="0" bIns="0" rtlCol="0" anchor="ctr"/>
          <a:lstStyle/>
          <a:p>
            <a:pPr marL="0" indent="0">
              <a:buNone/>
            </a:pPr>
            <a:r>
              <a:rPr lang="en-US" sz="1000" dirty="0">
                <a:solidFill>
                  <a:srgbClr val="8892B0"/>
                </a:solidFill>
              </a:rPr>
              <a:t>Breaks on any other machine</a:t>
            </a:r>
            <a:endParaRPr lang="en-US" sz="1000" dirty="0"/>
          </a:p>
        </p:txBody>
      </p:sp>
      <p:sp>
        <p:nvSpPr>
          <p:cNvPr id="24" name="Shape 22"/>
          <p:cNvSpPr/>
          <p:nvPr/>
        </p:nvSpPr>
        <p:spPr>
          <a:xfrm>
            <a:off x="4983480" y="3886200"/>
            <a:ext cx="256032" cy="256032"/>
          </a:xfrm>
          <a:prstGeom prst="rect">
            <a:avLst/>
          </a:prstGeom>
          <a:solidFill>
            <a:srgbClr val="EF4444"/>
          </a:solidFill>
          <a:ln w="12700">
            <a:solidFill>
              <a:srgbClr val="EF4444"/>
            </a:solidFill>
            <a:prstDash val="solid"/>
          </a:ln>
        </p:spPr>
        <p:txBody>
          <a:bodyPr/>
          <a:lstStyle/>
          <a:p>
            <a:endParaRPr lang="en-IN"/>
          </a:p>
        </p:txBody>
      </p:sp>
      <p:sp>
        <p:nvSpPr>
          <p:cNvPr id="25" name="Text 23"/>
          <p:cNvSpPr/>
          <p:nvPr/>
        </p:nvSpPr>
        <p:spPr>
          <a:xfrm>
            <a:off x="4983480" y="388620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26" name="Text 24"/>
          <p:cNvSpPr/>
          <p:nvPr/>
        </p:nvSpPr>
        <p:spPr>
          <a:xfrm>
            <a:off x="5349240" y="3886200"/>
            <a:ext cx="3566160" cy="228600"/>
          </a:xfrm>
          <a:prstGeom prst="rect">
            <a:avLst/>
          </a:prstGeom>
          <a:noFill/>
          <a:ln/>
        </p:spPr>
        <p:txBody>
          <a:bodyPr wrap="square" lIns="0" tIns="0" rIns="0" bIns="0" rtlCol="0" anchor="ctr"/>
          <a:lstStyle/>
          <a:p>
            <a:pPr marL="0" indent="0">
              <a:buNone/>
            </a:pPr>
            <a:r>
              <a:rPr lang="en-US" sz="1200" b="1" dirty="0">
                <a:solidFill>
                  <a:srgbClr val="FFFFFF"/>
                </a:solidFill>
              </a:rPr>
              <a:t>No model versioning</a:t>
            </a:r>
            <a:endParaRPr lang="en-US" sz="1200" dirty="0"/>
          </a:p>
        </p:txBody>
      </p:sp>
      <p:sp>
        <p:nvSpPr>
          <p:cNvPr id="27" name="Text 25"/>
          <p:cNvSpPr/>
          <p:nvPr/>
        </p:nvSpPr>
        <p:spPr>
          <a:xfrm>
            <a:off x="5349240" y="4105656"/>
            <a:ext cx="3566160" cy="201168"/>
          </a:xfrm>
          <a:prstGeom prst="rect">
            <a:avLst/>
          </a:prstGeom>
          <a:noFill/>
          <a:ln/>
        </p:spPr>
        <p:txBody>
          <a:bodyPr wrap="square" lIns="0" tIns="0" rIns="0" bIns="0" rtlCol="0" anchor="ctr"/>
          <a:lstStyle/>
          <a:p>
            <a:pPr marL="0" indent="0">
              <a:buNone/>
            </a:pPr>
            <a:r>
              <a:rPr lang="en-US" sz="1000" dirty="0">
                <a:solidFill>
                  <a:srgbClr val="8892B0"/>
                </a:solidFill>
              </a:rPr>
              <a:t>Which pkl is in production?</a:t>
            </a:r>
            <a:endParaRPr lang="en-US" sz="1000" dirty="0"/>
          </a:p>
        </p:txBody>
      </p:sp>
      <p:sp>
        <p:nvSpPr>
          <p:cNvPr id="28" name="Shape 26"/>
          <p:cNvSpPr/>
          <p:nvPr/>
        </p:nvSpPr>
        <p:spPr>
          <a:xfrm>
            <a:off x="4983480" y="4389120"/>
            <a:ext cx="256032" cy="256032"/>
          </a:xfrm>
          <a:prstGeom prst="rect">
            <a:avLst/>
          </a:prstGeom>
          <a:solidFill>
            <a:srgbClr val="EF4444"/>
          </a:solidFill>
          <a:ln w="12700">
            <a:solidFill>
              <a:srgbClr val="EF4444"/>
            </a:solidFill>
            <a:prstDash val="solid"/>
          </a:ln>
        </p:spPr>
        <p:txBody>
          <a:bodyPr/>
          <a:lstStyle/>
          <a:p>
            <a:endParaRPr lang="en-IN"/>
          </a:p>
        </p:txBody>
      </p:sp>
      <p:sp>
        <p:nvSpPr>
          <p:cNvPr id="29" name="Text 27"/>
          <p:cNvSpPr/>
          <p:nvPr/>
        </p:nvSpPr>
        <p:spPr>
          <a:xfrm>
            <a:off x="4983480" y="43891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30" name="Text 28"/>
          <p:cNvSpPr/>
          <p:nvPr/>
        </p:nvSpPr>
        <p:spPr>
          <a:xfrm>
            <a:off x="5349240" y="4389120"/>
            <a:ext cx="3566160" cy="228600"/>
          </a:xfrm>
          <a:prstGeom prst="rect">
            <a:avLst/>
          </a:prstGeom>
          <a:noFill/>
          <a:ln/>
        </p:spPr>
        <p:txBody>
          <a:bodyPr wrap="square" lIns="0" tIns="0" rIns="0" bIns="0" rtlCol="0" anchor="ctr"/>
          <a:lstStyle/>
          <a:p>
            <a:pPr marL="0" indent="0">
              <a:buNone/>
            </a:pPr>
            <a:r>
              <a:rPr lang="en-US" sz="1200" b="1" dirty="0">
                <a:solidFill>
                  <a:srgbClr val="FFFFFF"/>
                </a:solidFill>
              </a:rPr>
              <a:t>No serving</a:t>
            </a:r>
            <a:endParaRPr lang="en-US" sz="1200" dirty="0"/>
          </a:p>
        </p:txBody>
      </p:sp>
      <p:sp>
        <p:nvSpPr>
          <p:cNvPr id="31" name="Text 29"/>
          <p:cNvSpPr/>
          <p:nvPr/>
        </p:nvSpPr>
        <p:spPr>
          <a:xfrm>
            <a:off x="5349240" y="4608576"/>
            <a:ext cx="3566160" cy="201168"/>
          </a:xfrm>
          <a:prstGeom prst="rect">
            <a:avLst/>
          </a:prstGeom>
          <a:noFill/>
          <a:ln/>
        </p:spPr>
        <p:txBody>
          <a:bodyPr wrap="square" lIns="0" tIns="0" rIns="0" bIns="0" rtlCol="0" anchor="ctr"/>
          <a:lstStyle/>
          <a:p>
            <a:pPr marL="0" indent="0">
              <a:buNone/>
            </a:pPr>
            <a:r>
              <a:rPr lang="en-US" sz="1000" dirty="0">
                <a:solidFill>
                  <a:srgbClr val="8892B0"/>
                </a:solidFill>
              </a:rPr>
              <a:t>Nobody else can call this model</a:t>
            </a:r>
            <a:endParaRPr lang="en-US" sz="1000" dirty="0"/>
          </a:p>
        </p:txBody>
      </p:sp>
      <p:sp>
        <p:nvSpPr>
          <p:cNvPr id="32" name="Text Placeholder 31">
            <a:extLst>
              <a:ext uri="{FF2B5EF4-FFF2-40B4-BE49-F238E27FC236}">
                <a16:creationId xmlns:a16="http://schemas.microsoft.com/office/drawing/2014/main" id="{4708E2A8-A953-12DD-DC16-E965803C90E9}"/>
              </a:ext>
            </a:extLst>
          </p:cNvPr>
          <p:cNvSpPr>
            <a:spLocks noGrp="1"/>
          </p:cNvSpPr>
          <p:nvPr>
            <p:ph type="body" sz="quarter" idx="1"/>
          </p:nvPr>
        </p:nvSpPr>
        <p:spPr>
          <a:xfrm>
            <a:off x="457200" y="1313544"/>
            <a:ext cx="8229600" cy="3606799"/>
          </a:xfrm>
        </p:spPr>
        <p:txBody>
          <a:bodyPr/>
          <a:lstStyle/>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37993-1B4F-C2AF-D5FE-4DB3F1A3835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3DA45DCA-040B-C2D2-C05A-4E052D5F92EB}"/>
              </a:ext>
            </a:extLst>
          </p:cNvPr>
          <p:cNvSpPr/>
          <p:nvPr/>
        </p:nvSpPr>
        <p:spPr>
          <a:xfrm>
            <a:off x="457200" y="361188"/>
            <a:ext cx="8229600" cy="64008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Required Files for ML System</a:t>
            </a:r>
            <a:endParaRPr lang="en-US" sz="2800" dirty="0"/>
          </a:p>
        </p:txBody>
      </p:sp>
      <p:sp>
        <p:nvSpPr>
          <p:cNvPr id="32" name="Text Placeholder 31">
            <a:extLst>
              <a:ext uri="{FF2B5EF4-FFF2-40B4-BE49-F238E27FC236}">
                <a16:creationId xmlns:a16="http://schemas.microsoft.com/office/drawing/2014/main" id="{DF370E9A-C714-5D41-773C-3FBB8E0E8EA8}"/>
              </a:ext>
            </a:extLst>
          </p:cNvPr>
          <p:cNvSpPr>
            <a:spLocks noGrp="1"/>
          </p:cNvSpPr>
          <p:nvPr>
            <p:ph type="body" sz="quarter" idx="1"/>
          </p:nvPr>
        </p:nvSpPr>
        <p:spPr>
          <a:xfrm>
            <a:off x="228600" y="1236981"/>
            <a:ext cx="8458200" cy="2687905"/>
          </a:xfrm>
        </p:spPr>
        <p:txBody>
          <a:bodyPr>
            <a:normAutofit lnSpcReduction="10000"/>
          </a:bodyPr>
          <a:lstStyle/>
          <a:p>
            <a:r>
              <a:rPr lang="en-IN" sz="2000" dirty="0">
                <a:latin typeface="Arial" panose="020B0604020202020204" pitchFamily="34" charset="0"/>
                <a:cs typeface="Arial" panose="020B0604020202020204" pitchFamily="34" charset="0"/>
              </a:rPr>
              <a:t>Step 1 — The notebook (ML model only)</a:t>
            </a:r>
          </a:p>
          <a:p>
            <a:r>
              <a:rPr lang="en-IN" sz="2000" dirty="0">
                <a:latin typeface="Arial" panose="020B0604020202020204" pitchFamily="34" charset="0"/>
                <a:cs typeface="Arial" panose="020B0604020202020204" pitchFamily="34" charset="0"/>
              </a:rPr>
              <a:t>Step 2 — </a:t>
            </a:r>
            <a:r>
              <a:rPr lang="en-IN" sz="2000" dirty="0" err="1">
                <a:latin typeface="Arial" panose="020B0604020202020204" pitchFamily="34" charset="0"/>
                <a:cs typeface="Arial" panose="020B0604020202020204" pitchFamily="34" charset="0"/>
              </a:rPr>
              <a:t>MLflow</a:t>
            </a:r>
            <a:r>
              <a:rPr lang="en-IN" sz="2000" dirty="0">
                <a:latin typeface="Arial" panose="020B0604020202020204" pitchFamily="34" charset="0"/>
                <a:cs typeface="Arial" panose="020B0604020202020204" pitchFamily="34" charset="0"/>
              </a:rPr>
              <a:t> experiment tracking (model versioning)</a:t>
            </a:r>
          </a:p>
          <a:p>
            <a:r>
              <a:rPr lang="en-IN" sz="2000" dirty="0">
                <a:latin typeface="Arial" panose="020B0604020202020204" pitchFamily="34" charset="0"/>
                <a:cs typeface="Arial" panose="020B0604020202020204" pitchFamily="34" charset="0"/>
              </a:rPr>
              <a:t>Step 3 — </a:t>
            </a:r>
            <a:r>
              <a:rPr lang="en-IN" sz="2000" dirty="0" err="1">
                <a:latin typeface="Arial" panose="020B0604020202020204" pitchFamily="34" charset="0"/>
                <a:cs typeface="Arial" panose="020B0604020202020204" pitchFamily="34" charset="0"/>
              </a:rPr>
              <a:t>FastAPI</a:t>
            </a:r>
            <a:r>
              <a:rPr lang="en-IN" sz="2000" dirty="0">
                <a:latin typeface="Arial" panose="020B0604020202020204" pitchFamily="34" charset="0"/>
                <a:cs typeface="Arial" panose="020B0604020202020204" pitchFamily="34" charset="0"/>
              </a:rPr>
              <a:t> inference service (serving infrastructure)</a:t>
            </a:r>
          </a:p>
          <a:p>
            <a:r>
              <a:rPr lang="en-IN" sz="2000" dirty="0">
                <a:latin typeface="Arial" panose="020B0604020202020204" pitchFamily="34" charset="0"/>
                <a:cs typeface="Arial" panose="020B0604020202020204" pitchFamily="34" charset="0"/>
              </a:rPr>
              <a:t>Step 4 — </a:t>
            </a:r>
            <a:r>
              <a:rPr lang="en-IN" sz="2000" dirty="0" err="1">
                <a:latin typeface="Arial" panose="020B0604020202020204" pitchFamily="34" charset="0"/>
                <a:cs typeface="Arial" panose="020B0604020202020204" pitchFamily="34" charset="0"/>
              </a:rPr>
              <a:t>Pydantic</a:t>
            </a:r>
            <a:r>
              <a:rPr lang="en-IN" sz="2000" dirty="0">
                <a:latin typeface="Arial" panose="020B0604020202020204" pitchFamily="34" charset="0"/>
                <a:cs typeface="Arial" panose="020B0604020202020204" pitchFamily="34" charset="0"/>
              </a:rPr>
              <a:t> schema validation (data validation)</a:t>
            </a:r>
          </a:p>
          <a:p>
            <a:r>
              <a:rPr lang="en-IN" sz="2000" dirty="0">
                <a:latin typeface="Arial" panose="020B0604020202020204" pitchFamily="34" charset="0"/>
                <a:cs typeface="Arial" panose="020B0604020202020204" pitchFamily="34" charset="0"/>
              </a:rPr>
              <a:t>Step 5 — Structured logging (monitoring &amp; logging)</a:t>
            </a:r>
          </a:p>
          <a:p>
            <a:r>
              <a:rPr lang="en-IN" sz="2000" dirty="0">
                <a:latin typeface="Arial" panose="020B0604020202020204" pitchFamily="34" charset="0"/>
                <a:cs typeface="Arial" panose="020B0604020202020204" pitchFamily="34" charset="0"/>
              </a:rPr>
              <a:t>Step 6 — Config management (configuration management)</a:t>
            </a:r>
          </a:p>
          <a:p>
            <a:r>
              <a:rPr lang="en-IN" sz="2000" dirty="0">
                <a:latin typeface="Arial" panose="020B0604020202020204" pitchFamily="34" charset="0"/>
                <a:cs typeface="Arial" panose="020B0604020202020204" pitchFamily="34" charset="0"/>
              </a:rPr>
              <a:t>Step 7 — </a:t>
            </a:r>
            <a:r>
              <a:rPr lang="en-IN" sz="2000" dirty="0" err="1">
                <a:latin typeface="Arial" panose="020B0604020202020204" pitchFamily="34" charset="0"/>
                <a:cs typeface="Arial" panose="020B0604020202020204" pitchFamily="34" charset="0"/>
              </a:rPr>
              <a:t>Pytest</a:t>
            </a:r>
            <a:r>
              <a:rPr lang="en-IN" sz="2000" dirty="0">
                <a:latin typeface="Arial" panose="020B0604020202020204" pitchFamily="34" charset="0"/>
                <a:cs typeface="Arial" panose="020B0604020202020204" pitchFamily="34" charset="0"/>
              </a:rPr>
              <a:t> quality attribute tests (testing)</a:t>
            </a:r>
          </a:p>
        </p:txBody>
      </p:sp>
    </p:spTree>
    <p:extLst>
      <p:ext uri="{BB962C8B-B14F-4D97-AF65-F5344CB8AC3E}">
        <p14:creationId xmlns:p14="http://schemas.microsoft.com/office/powerpoint/2010/main" val="4086237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D5565-7965-184B-C332-27D2C57B3FB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0BA1CA8-5C90-109E-77F2-FB6FEBC16E02}"/>
              </a:ext>
            </a:extLst>
          </p:cNvPr>
          <p:cNvSpPr/>
          <p:nvPr/>
        </p:nvSpPr>
        <p:spPr>
          <a:xfrm>
            <a:off x="457200" y="361188"/>
            <a:ext cx="8229600" cy="64008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File structure </a:t>
            </a:r>
            <a:endParaRPr lang="en-US" sz="2800" dirty="0"/>
          </a:p>
        </p:txBody>
      </p:sp>
      <p:sp>
        <p:nvSpPr>
          <p:cNvPr id="32" name="Text Placeholder 31">
            <a:extLst>
              <a:ext uri="{FF2B5EF4-FFF2-40B4-BE49-F238E27FC236}">
                <a16:creationId xmlns:a16="http://schemas.microsoft.com/office/drawing/2014/main" id="{1D742F39-8A35-8B00-4BB1-66DD916ADB3B}"/>
              </a:ext>
            </a:extLst>
          </p:cNvPr>
          <p:cNvSpPr>
            <a:spLocks noGrp="1"/>
          </p:cNvSpPr>
          <p:nvPr>
            <p:ph type="body" sz="quarter" idx="1"/>
          </p:nvPr>
        </p:nvSpPr>
        <p:spPr>
          <a:xfrm>
            <a:off x="228600" y="1236981"/>
            <a:ext cx="8458200" cy="3545331"/>
          </a:xfrm>
        </p:spPr>
        <p:txBody>
          <a:bodyPr>
            <a:normAutofit fontScale="70000" lnSpcReduction="20000"/>
          </a:bodyPr>
          <a:lstStyle/>
          <a:p>
            <a:r>
              <a:rPr lang="en-IN" sz="2000" dirty="0" err="1">
                <a:latin typeface="Arial" panose="020B0604020202020204" pitchFamily="34" charset="0"/>
                <a:cs typeface="Arial" panose="020B0604020202020204" pitchFamily="34" charset="0"/>
              </a:rPr>
              <a:t>fraud_demo</a:t>
            </a:r>
            <a:r>
              <a:rPr lang="en-IN" sz="2000" dirty="0">
                <a:latin typeface="Arial" panose="020B0604020202020204" pitchFamily="34" charset="0"/>
                <a:cs typeface="Arial" panose="020B0604020202020204" pitchFamily="34" charset="0"/>
              </a:rPr>
              <a:t>/</a:t>
            </a:r>
          </a:p>
          <a:p>
            <a:r>
              <a:rPr lang="en-IN" sz="2000" dirty="0">
                <a:latin typeface="Arial" panose="020B0604020202020204" pitchFamily="34" charset="0"/>
                <a:cs typeface="Arial" panose="020B0604020202020204" pitchFamily="34" charset="0"/>
              </a:rPr>
              <a:t>├── data/generate_data.py          ← synthetic dataset</a:t>
            </a:r>
          </a:p>
          <a:p>
            <a:r>
              <a:rPr lang="en-IN" sz="2000" dirty="0">
                <a:latin typeface="Arial" panose="020B0604020202020204" pitchFamily="34" charset="0"/>
                <a:cs typeface="Arial" panose="020B0604020202020204" pitchFamily="34" charset="0"/>
              </a:rPr>
              <a:t>├── training/</a:t>
            </a:r>
          </a:p>
          <a:p>
            <a:r>
              <a:rPr lang="en-IN" sz="2000" dirty="0">
                <a:latin typeface="Arial" panose="020B0604020202020204" pitchFamily="34" charset="0"/>
                <a:cs typeface="Arial" panose="020B0604020202020204" pitchFamily="34" charset="0"/>
              </a:rPr>
              <a:t>│   ├── step1_notebook.py          ← Demo 1: the raw notebook (no engineering)</a:t>
            </a:r>
          </a:p>
          <a:p>
            <a:r>
              <a:rPr lang="en-IN" sz="2000" dirty="0">
                <a:latin typeface="Arial" panose="020B0604020202020204" pitchFamily="34" charset="0"/>
                <a:cs typeface="Arial" panose="020B0604020202020204" pitchFamily="34" charset="0"/>
              </a:rPr>
              <a:t>│   └── step2_mlflow_train.py      ← Demo 2: +</a:t>
            </a:r>
            <a:r>
              <a:rPr lang="en-IN" sz="2000" dirty="0" err="1">
                <a:latin typeface="Arial" panose="020B0604020202020204" pitchFamily="34" charset="0"/>
                <a:cs typeface="Arial" panose="020B0604020202020204" pitchFamily="34" charset="0"/>
              </a:rPr>
              <a:t>MLflow</a:t>
            </a:r>
            <a:r>
              <a:rPr lang="en-IN" sz="2000" dirty="0">
                <a:latin typeface="Arial" panose="020B0604020202020204" pitchFamily="34" charset="0"/>
                <a:cs typeface="Arial" panose="020B0604020202020204" pitchFamily="34" charset="0"/>
              </a:rPr>
              <a:t> tracking, run with --trees 200</a:t>
            </a:r>
          </a:p>
          <a:p>
            <a:r>
              <a:rPr lang="en-IN" sz="2000" dirty="0">
                <a:latin typeface="Arial" panose="020B0604020202020204" pitchFamily="34" charset="0"/>
                <a:cs typeface="Arial" panose="020B0604020202020204" pitchFamily="34" charset="0"/>
              </a:rPr>
              <a:t>├── app/</a:t>
            </a:r>
          </a:p>
          <a:p>
            <a:r>
              <a:rPr lang="en-IN" sz="2000" dirty="0">
                <a:latin typeface="Arial" panose="020B0604020202020204" pitchFamily="34" charset="0"/>
                <a:cs typeface="Arial" panose="020B0604020202020204" pitchFamily="34" charset="0"/>
              </a:rPr>
              <a:t>│   ├── config.py                  ← Step 6: replaces all hardcoded values</a:t>
            </a:r>
          </a:p>
          <a:p>
            <a:r>
              <a:rPr lang="en-IN" sz="2000" dirty="0">
                <a:latin typeface="Arial" panose="020B0604020202020204" pitchFamily="34" charset="0"/>
                <a:cs typeface="Arial" panose="020B0604020202020204" pitchFamily="34" charset="0"/>
              </a:rPr>
              <a:t>│   ├── schemas.py              ← Step 4: </a:t>
            </a:r>
            <a:r>
              <a:rPr lang="en-IN" sz="2000" dirty="0" err="1">
                <a:latin typeface="Arial" panose="020B0604020202020204" pitchFamily="34" charset="0"/>
                <a:cs typeface="Arial" panose="020B0604020202020204" pitchFamily="34" charset="0"/>
              </a:rPr>
              <a:t>Pydantic</a:t>
            </a:r>
            <a:r>
              <a:rPr lang="en-IN" sz="2000" dirty="0">
                <a:latin typeface="Arial" panose="020B0604020202020204" pitchFamily="34" charset="0"/>
                <a:cs typeface="Arial" panose="020B0604020202020204" pitchFamily="34" charset="0"/>
              </a:rPr>
              <a:t> input validation</a:t>
            </a:r>
          </a:p>
          <a:p>
            <a:r>
              <a:rPr lang="en-IN" sz="2000" dirty="0">
                <a:latin typeface="Arial" panose="020B0604020202020204" pitchFamily="34" charset="0"/>
                <a:cs typeface="Arial" panose="020B0604020202020204" pitchFamily="34" charset="0"/>
              </a:rPr>
              <a:t>│   ├── pipeline.py                ← pipe-and-filter pattern in Python</a:t>
            </a:r>
          </a:p>
          <a:p>
            <a:r>
              <a:rPr lang="en-IN" sz="2000" dirty="0">
                <a:latin typeface="Arial" panose="020B0604020202020204" pitchFamily="34" charset="0"/>
                <a:cs typeface="Arial" panose="020B0604020202020204" pitchFamily="34" charset="0"/>
              </a:rPr>
              <a:t>│   ├── logger.py                  ← Step 5: structured JSON logging</a:t>
            </a:r>
          </a:p>
          <a:p>
            <a:r>
              <a:rPr lang="en-IN" sz="2000" dirty="0">
                <a:latin typeface="Arial" panose="020B0604020202020204" pitchFamily="34" charset="0"/>
                <a:cs typeface="Arial" panose="020B0604020202020204" pitchFamily="34" charset="0"/>
              </a:rPr>
              <a:t>│   └── main.py                    ← Step 3: </a:t>
            </a:r>
            <a:r>
              <a:rPr lang="en-IN" sz="2000" dirty="0" err="1">
                <a:latin typeface="Arial" panose="020B0604020202020204" pitchFamily="34" charset="0"/>
                <a:cs typeface="Arial" panose="020B0604020202020204" pitchFamily="34" charset="0"/>
              </a:rPr>
              <a:t>FastAPI</a:t>
            </a:r>
            <a:r>
              <a:rPr lang="en-IN" sz="2000" dirty="0">
                <a:latin typeface="Arial" panose="020B0604020202020204" pitchFamily="34" charset="0"/>
                <a:cs typeface="Arial" panose="020B0604020202020204" pitchFamily="34" charset="0"/>
              </a:rPr>
              <a:t> serving</a:t>
            </a:r>
          </a:p>
          <a:p>
            <a:r>
              <a:rPr lang="en-IN" sz="2000" dirty="0">
                <a:latin typeface="Arial" panose="020B0604020202020204" pitchFamily="34" charset="0"/>
                <a:cs typeface="Arial" panose="020B0604020202020204" pitchFamily="34" charset="0"/>
              </a:rPr>
              <a:t>├── tests/test_quality_attrs.py    ← Step 7: 15 tests grouped by quality attribute</a:t>
            </a:r>
          </a:p>
          <a:p>
            <a:r>
              <a:rPr lang="en-IN" sz="2000" dirty="0">
                <a:latin typeface="Arial" panose="020B0604020202020204" pitchFamily="34" charset="0"/>
                <a:cs typeface="Arial" panose="020B0604020202020204" pitchFamily="34" charset="0"/>
              </a:rPr>
              <a:t>└── README.md                      ← Details about the project</a:t>
            </a:r>
          </a:p>
        </p:txBody>
      </p:sp>
    </p:spTree>
    <p:extLst>
      <p:ext uri="{BB962C8B-B14F-4D97-AF65-F5344CB8AC3E}">
        <p14:creationId xmlns:p14="http://schemas.microsoft.com/office/powerpoint/2010/main" val="1083115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2"/>
          <p:cNvSpPr/>
          <p:nvPr/>
        </p:nvSpPr>
        <p:spPr>
          <a:xfrm>
            <a:off x="457200" y="566928"/>
            <a:ext cx="8229600" cy="420941"/>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4 lines transform experiment tracking</a:t>
            </a:r>
            <a:endParaRPr lang="en-US" sz="2800" dirty="0"/>
          </a:p>
        </p:txBody>
      </p:sp>
      <p:sp>
        <p:nvSpPr>
          <p:cNvPr id="5" name="Text 3"/>
          <p:cNvSpPr/>
          <p:nvPr/>
        </p:nvSpPr>
        <p:spPr>
          <a:xfrm>
            <a:off x="457200" y="1028700"/>
            <a:ext cx="8229600" cy="320040"/>
          </a:xfrm>
          <a:prstGeom prst="rect">
            <a:avLst/>
          </a:prstGeom>
          <a:noFill/>
          <a:ln/>
        </p:spPr>
        <p:txBody>
          <a:bodyPr wrap="square" lIns="0" tIns="0" rIns="0" bIns="0" rtlCol="0" anchor="ctr"/>
          <a:lstStyle/>
          <a:p>
            <a:pPr marL="0" indent="0">
              <a:buNone/>
            </a:pPr>
            <a:r>
              <a:rPr lang="en-US" sz="1300" i="1" dirty="0">
                <a:solidFill>
                  <a:srgbClr val="8892B0"/>
                </a:solidFill>
              </a:rPr>
              <a:t>Training logic is IDENTICAL. Only the instrumentation changes.</a:t>
            </a:r>
            <a:endParaRPr lang="en-US" sz="1300" dirty="0"/>
          </a:p>
        </p:txBody>
      </p:sp>
      <p:sp>
        <p:nvSpPr>
          <p:cNvPr id="6" name="Text 4"/>
          <p:cNvSpPr/>
          <p:nvPr/>
        </p:nvSpPr>
        <p:spPr>
          <a:xfrm>
            <a:off x="457200" y="1463040"/>
            <a:ext cx="4114800" cy="274320"/>
          </a:xfrm>
          <a:prstGeom prst="rect">
            <a:avLst/>
          </a:prstGeom>
          <a:noFill/>
          <a:ln/>
        </p:spPr>
        <p:txBody>
          <a:bodyPr wrap="square" lIns="0" tIns="0" rIns="0" bIns="0" rtlCol="0" anchor="ctr"/>
          <a:lstStyle/>
          <a:p>
            <a:pPr marL="0" indent="0">
              <a:buNone/>
            </a:pPr>
            <a:r>
              <a:rPr lang="en-US" sz="1200" b="1" dirty="0">
                <a:solidFill>
                  <a:srgbClr val="8892B0"/>
                </a:solidFill>
              </a:rPr>
              <a:t>Before  (step 1)</a:t>
            </a:r>
            <a:endParaRPr lang="en-US" sz="1200" dirty="0"/>
          </a:p>
        </p:txBody>
      </p:sp>
      <p:sp>
        <p:nvSpPr>
          <p:cNvPr id="7" name="Shape 5"/>
          <p:cNvSpPr/>
          <p:nvPr/>
        </p:nvSpPr>
        <p:spPr>
          <a:xfrm>
            <a:off x="457200" y="1783080"/>
            <a:ext cx="4023360" cy="2011680"/>
          </a:xfrm>
          <a:prstGeom prst="rect">
            <a:avLst/>
          </a:prstGeom>
          <a:solidFill>
            <a:srgbClr val="0D1117"/>
          </a:solidFill>
          <a:ln w="12700">
            <a:solidFill>
              <a:srgbClr val="30363D"/>
            </a:solidFill>
            <a:prstDash val="solid"/>
          </a:ln>
        </p:spPr>
        <p:txBody>
          <a:bodyPr/>
          <a:lstStyle/>
          <a:p>
            <a:endParaRPr lang="en-IN"/>
          </a:p>
        </p:txBody>
      </p:sp>
      <p:sp>
        <p:nvSpPr>
          <p:cNvPr id="8" name="Text 6"/>
          <p:cNvSpPr/>
          <p:nvPr/>
        </p:nvSpPr>
        <p:spPr>
          <a:xfrm>
            <a:off x="621792" y="1920240"/>
            <a:ext cx="3694176" cy="1737360"/>
          </a:xfrm>
          <a:prstGeom prst="rect">
            <a:avLst/>
          </a:prstGeom>
          <a:noFill/>
          <a:ln/>
        </p:spPr>
        <p:txBody>
          <a:bodyPr wrap="square" lIns="0" tIns="0" rIns="0" bIns="0" rtlCol="0" anchor="t"/>
          <a:lstStyle/>
          <a:p>
            <a:pPr marL="0" indent="0">
              <a:buNone/>
            </a:pPr>
            <a:r>
              <a:rPr lang="en-US" sz="1050" dirty="0">
                <a:solidFill>
                  <a:srgbClr val="E6EDF3"/>
                </a:solidFill>
                <a:latin typeface="Consolas" pitchFamily="34" charset="0"/>
                <a:ea typeface="Consolas" pitchFamily="34" charset="-122"/>
                <a:cs typeface="Consolas" pitchFamily="34" charset="-120"/>
              </a:rPr>
              <a:t>model = RandomForestClassifier(</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n_estimators=100)</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model.fit(X_train, y_train)</a:t>
            </a:r>
            <a:endParaRPr lang="en-US" sz="1050" dirty="0"/>
          </a:p>
          <a:p>
            <a:pPr marL="0" indent="0">
              <a:buNone/>
            </a:pP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joblib.dump(model, 'model.pkl')</a:t>
            </a:r>
            <a:endParaRPr lang="en-US" sz="1050" dirty="0"/>
          </a:p>
          <a:p>
            <a:pPr marL="0" indent="0">
              <a:buNone/>
            </a:pPr>
            <a:r>
              <a:rPr lang="en-US" sz="1050" dirty="0">
                <a:solidFill>
                  <a:srgbClr val="6A9955"/>
                </a:solidFill>
                <a:latin typeface="Consolas" pitchFamily="34" charset="0"/>
                <a:ea typeface="Consolas" pitchFamily="34" charset="-122"/>
                <a:cs typeface="Consolas" pitchFamily="34" charset="-120"/>
              </a:rPr>
              <a:t># ← which version is this?</a:t>
            </a:r>
            <a:endParaRPr lang="en-US" sz="1050" dirty="0"/>
          </a:p>
        </p:txBody>
      </p:sp>
      <p:sp>
        <p:nvSpPr>
          <p:cNvPr id="9" name="Text 7"/>
          <p:cNvSpPr/>
          <p:nvPr/>
        </p:nvSpPr>
        <p:spPr>
          <a:xfrm>
            <a:off x="4663440" y="1463040"/>
            <a:ext cx="4023360" cy="274320"/>
          </a:xfrm>
          <a:prstGeom prst="rect">
            <a:avLst/>
          </a:prstGeom>
          <a:noFill/>
          <a:ln/>
        </p:spPr>
        <p:txBody>
          <a:bodyPr wrap="square" lIns="0" tIns="0" rIns="0" bIns="0" rtlCol="0" anchor="ctr"/>
          <a:lstStyle/>
          <a:p>
            <a:pPr marL="0" indent="0">
              <a:buNone/>
            </a:pPr>
            <a:r>
              <a:rPr lang="en-US" sz="1200" b="1" dirty="0">
                <a:solidFill>
                  <a:srgbClr val="00B4A6"/>
                </a:solidFill>
              </a:rPr>
              <a:t>After  (step 2)</a:t>
            </a:r>
            <a:endParaRPr lang="en-US" sz="1200" dirty="0"/>
          </a:p>
        </p:txBody>
      </p:sp>
      <p:sp>
        <p:nvSpPr>
          <p:cNvPr id="10" name="Shape 8"/>
          <p:cNvSpPr/>
          <p:nvPr/>
        </p:nvSpPr>
        <p:spPr>
          <a:xfrm>
            <a:off x="4663440" y="1783080"/>
            <a:ext cx="4023360" cy="2468880"/>
          </a:xfrm>
          <a:prstGeom prst="rect">
            <a:avLst/>
          </a:prstGeom>
          <a:solidFill>
            <a:srgbClr val="0D1117"/>
          </a:solidFill>
          <a:ln w="12700">
            <a:solidFill>
              <a:srgbClr val="30363D"/>
            </a:solidFill>
            <a:prstDash val="solid"/>
          </a:ln>
        </p:spPr>
        <p:txBody>
          <a:bodyPr/>
          <a:lstStyle/>
          <a:p>
            <a:endParaRPr lang="en-IN"/>
          </a:p>
        </p:txBody>
      </p:sp>
      <p:sp>
        <p:nvSpPr>
          <p:cNvPr id="11" name="Text 9"/>
          <p:cNvSpPr/>
          <p:nvPr/>
        </p:nvSpPr>
        <p:spPr>
          <a:xfrm>
            <a:off x="4828032" y="1920240"/>
            <a:ext cx="3694176" cy="2194560"/>
          </a:xfrm>
          <a:prstGeom prst="rect">
            <a:avLst/>
          </a:prstGeom>
          <a:noFill/>
          <a:ln/>
        </p:spPr>
        <p:txBody>
          <a:bodyPr wrap="square" lIns="0" tIns="0" rIns="0" bIns="0" rtlCol="0" anchor="t"/>
          <a:lstStyle/>
          <a:p>
            <a:pPr marL="0" indent="0">
              <a:buNone/>
            </a:pPr>
            <a:r>
              <a:rPr lang="en-US" sz="1050" dirty="0">
                <a:solidFill>
                  <a:srgbClr val="79C0FF"/>
                </a:solidFill>
                <a:latin typeface="Consolas" pitchFamily="34" charset="0"/>
                <a:ea typeface="Consolas" pitchFamily="34" charset="-122"/>
                <a:cs typeface="Consolas" pitchFamily="34" charset="-120"/>
              </a:rPr>
              <a:t>mlflow.set_experiment('fraud')</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with mlflow.start_run():</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  mlflow.log_params({</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'n_estimators': 100})</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model.fit(X_train, y_train)</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  mlflow.log_metrics(metrics)</a:t>
            </a:r>
            <a:endParaRPr lang="en-US" sz="1050" dirty="0"/>
          </a:p>
          <a:p>
            <a:pPr marL="0" indent="0">
              <a:buNone/>
            </a:pPr>
            <a:r>
              <a:rPr lang="en-US" sz="1050" dirty="0">
                <a:solidFill>
                  <a:srgbClr val="79C0FF"/>
                </a:solidFill>
                <a:latin typeface="Consolas" pitchFamily="34" charset="0"/>
                <a:ea typeface="Consolas" pitchFamily="34" charset="-122"/>
                <a:cs typeface="Consolas" pitchFamily="34" charset="-120"/>
              </a:rPr>
              <a:t>  mlflow.sklearn.log_model(</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model, 'fraud_model')</a:t>
            </a:r>
            <a:endParaRPr lang="en-US" sz="1050" dirty="0"/>
          </a:p>
        </p:txBody>
      </p:sp>
      <p:sp>
        <p:nvSpPr>
          <p:cNvPr id="12" name="Text 10"/>
          <p:cNvSpPr/>
          <p:nvPr/>
        </p:nvSpPr>
        <p:spPr>
          <a:xfrm>
            <a:off x="457200" y="3977640"/>
            <a:ext cx="8229600" cy="274320"/>
          </a:xfrm>
          <a:prstGeom prst="rect">
            <a:avLst/>
          </a:prstGeom>
          <a:noFill/>
          <a:ln/>
        </p:spPr>
        <p:txBody>
          <a:bodyPr wrap="square" lIns="0" tIns="0" rIns="0" bIns="0" rtlCol="0" anchor="ctr"/>
          <a:lstStyle/>
          <a:p>
            <a:pPr marL="0" indent="0">
              <a:buNone/>
            </a:pPr>
            <a:r>
              <a:rPr lang="en-US" sz="1200" b="1" dirty="0">
                <a:solidFill>
                  <a:srgbClr val="FFFFFF"/>
                </a:solidFill>
              </a:rPr>
              <a:t>What you gain:</a:t>
            </a:r>
            <a:endParaRPr lang="en-US" sz="1200" dirty="0"/>
          </a:p>
        </p:txBody>
      </p:sp>
      <p:sp>
        <p:nvSpPr>
          <p:cNvPr id="13" name="Shape 11"/>
          <p:cNvSpPr/>
          <p:nvPr/>
        </p:nvSpPr>
        <p:spPr>
          <a:xfrm>
            <a:off x="457200" y="4297680"/>
            <a:ext cx="1920240" cy="347472"/>
          </a:xfrm>
          <a:prstGeom prst="rect">
            <a:avLst/>
          </a:prstGeom>
          <a:solidFill>
            <a:srgbClr val="00B4A6"/>
          </a:solidFill>
          <a:ln w="12700">
            <a:solidFill>
              <a:srgbClr val="00B4A6"/>
            </a:solidFill>
            <a:prstDash val="solid"/>
          </a:ln>
        </p:spPr>
        <p:txBody>
          <a:bodyPr/>
          <a:lstStyle/>
          <a:p>
            <a:endParaRPr lang="en-IN"/>
          </a:p>
        </p:txBody>
      </p:sp>
      <p:sp>
        <p:nvSpPr>
          <p:cNvPr id="14" name="Text 12"/>
          <p:cNvSpPr/>
          <p:nvPr/>
        </p:nvSpPr>
        <p:spPr>
          <a:xfrm>
            <a:off x="457200" y="4297680"/>
            <a:ext cx="1920240" cy="347472"/>
          </a:xfrm>
          <a:prstGeom prst="rect">
            <a:avLst/>
          </a:prstGeom>
          <a:noFill/>
          <a:ln/>
        </p:spPr>
        <p:txBody>
          <a:bodyPr wrap="square" lIns="0" tIns="0" rIns="0" bIns="0" rtlCol="0" anchor="ctr"/>
          <a:lstStyle/>
          <a:p>
            <a:pPr marL="0" indent="0" algn="ctr">
              <a:buNone/>
            </a:pPr>
            <a:r>
              <a:rPr lang="en-US" sz="950" b="1" dirty="0">
                <a:solidFill>
                  <a:srgbClr val="1A1F2E"/>
                </a:solidFill>
              </a:rPr>
              <a:t>Named experiment bucket</a:t>
            </a:r>
            <a:endParaRPr lang="en-US" sz="950" dirty="0"/>
          </a:p>
        </p:txBody>
      </p:sp>
      <p:sp>
        <p:nvSpPr>
          <p:cNvPr id="15" name="Shape 13"/>
          <p:cNvSpPr/>
          <p:nvPr/>
        </p:nvSpPr>
        <p:spPr>
          <a:xfrm>
            <a:off x="2560320" y="4297680"/>
            <a:ext cx="1920240" cy="347472"/>
          </a:xfrm>
          <a:prstGeom prst="rect">
            <a:avLst/>
          </a:prstGeom>
          <a:solidFill>
            <a:srgbClr val="00B4A6"/>
          </a:solidFill>
          <a:ln w="12700">
            <a:solidFill>
              <a:srgbClr val="00B4A6"/>
            </a:solidFill>
            <a:prstDash val="solid"/>
          </a:ln>
        </p:spPr>
        <p:txBody>
          <a:bodyPr/>
          <a:lstStyle/>
          <a:p>
            <a:endParaRPr lang="en-IN"/>
          </a:p>
        </p:txBody>
      </p:sp>
      <p:sp>
        <p:nvSpPr>
          <p:cNvPr id="16" name="Text 14"/>
          <p:cNvSpPr/>
          <p:nvPr/>
        </p:nvSpPr>
        <p:spPr>
          <a:xfrm>
            <a:off x="2560320" y="4297680"/>
            <a:ext cx="1920240" cy="347472"/>
          </a:xfrm>
          <a:prstGeom prst="rect">
            <a:avLst/>
          </a:prstGeom>
          <a:noFill/>
          <a:ln/>
        </p:spPr>
        <p:txBody>
          <a:bodyPr wrap="square" lIns="0" tIns="0" rIns="0" bIns="0" rtlCol="0" anchor="ctr"/>
          <a:lstStyle/>
          <a:p>
            <a:pPr marL="0" indent="0" algn="ctr">
              <a:buNone/>
            </a:pPr>
            <a:r>
              <a:rPr lang="en-US" sz="950" b="1" dirty="0">
                <a:solidFill>
                  <a:srgbClr val="1A1F2E"/>
                </a:solidFill>
              </a:rPr>
              <a:t>Hyperparameters recorded</a:t>
            </a:r>
            <a:endParaRPr lang="en-US" sz="950" dirty="0"/>
          </a:p>
        </p:txBody>
      </p:sp>
      <p:sp>
        <p:nvSpPr>
          <p:cNvPr id="17" name="Shape 15"/>
          <p:cNvSpPr/>
          <p:nvPr/>
        </p:nvSpPr>
        <p:spPr>
          <a:xfrm>
            <a:off x="4663440" y="4297680"/>
            <a:ext cx="1920240" cy="347472"/>
          </a:xfrm>
          <a:prstGeom prst="rect">
            <a:avLst/>
          </a:prstGeom>
          <a:solidFill>
            <a:srgbClr val="00B4A6"/>
          </a:solidFill>
          <a:ln w="12700">
            <a:solidFill>
              <a:srgbClr val="00B4A6"/>
            </a:solidFill>
            <a:prstDash val="solid"/>
          </a:ln>
        </p:spPr>
        <p:txBody>
          <a:bodyPr/>
          <a:lstStyle/>
          <a:p>
            <a:endParaRPr lang="en-IN"/>
          </a:p>
        </p:txBody>
      </p:sp>
      <p:sp>
        <p:nvSpPr>
          <p:cNvPr id="18" name="Text 16"/>
          <p:cNvSpPr/>
          <p:nvPr/>
        </p:nvSpPr>
        <p:spPr>
          <a:xfrm>
            <a:off x="4663440" y="4297680"/>
            <a:ext cx="1920240" cy="347472"/>
          </a:xfrm>
          <a:prstGeom prst="rect">
            <a:avLst/>
          </a:prstGeom>
          <a:noFill/>
          <a:ln/>
        </p:spPr>
        <p:txBody>
          <a:bodyPr wrap="square" lIns="0" tIns="0" rIns="0" bIns="0" rtlCol="0" anchor="ctr"/>
          <a:lstStyle/>
          <a:p>
            <a:pPr marL="0" indent="0" algn="ctr">
              <a:buNone/>
            </a:pPr>
            <a:r>
              <a:rPr lang="en-US" sz="950" b="1" dirty="0">
                <a:solidFill>
                  <a:srgbClr val="1A1F2E"/>
                </a:solidFill>
              </a:rPr>
              <a:t>Metrics tracked</a:t>
            </a:r>
            <a:endParaRPr lang="en-US" sz="950" dirty="0"/>
          </a:p>
        </p:txBody>
      </p:sp>
      <p:sp>
        <p:nvSpPr>
          <p:cNvPr id="19" name="Shape 17"/>
          <p:cNvSpPr/>
          <p:nvPr/>
        </p:nvSpPr>
        <p:spPr>
          <a:xfrm>
            <a:off x="6766560" y="4297680"/>
            <a:ext cx="1920240" cy="347472"/>
          </a:xfrm>
          <a:prstGeom prst="rect">
            <a:avLst/>
          </a:prstGeom>
          <a:solidFill>
            <a:srgbClr val="00B4A6"/>
          </a:solidFill>
          <a:ln w="12700">
            <a:solidFill>
              <a:srgbClr val="00B4A6"/>
            </a:solidFill>
            <a:prstDash val="solid"/>
          </a:ln>
        </p:spPr>
        <p:txBody>
          <a:bodyPr/>
          <a:lstStyle/>
          <a:p>
            <a:endParaRPr lang="en-IN"/>
          </a:p>
        </p:txBody>
      </p:sp>
      <p:sp>
        <p:nvSpPr>
          <p:cNvPr id="20" name="Text 18"/>
          <p:cNvSpPr/>
          <p:nvPr/>
        </p:nvSpPr>
        <p:spPr>
          <a:xfrm>
            <a:off x="6766560" y="4297680"/>
            <a:ext cx="1920240" cy="347472"/>
          </a:xfrm>
          <a:prstGeom prst="rect">
            <a:avLst/>
          </a:prstGeom>
          <a:noFill/>
          <a:ln/>
        </p:spPr>
        <p:txBody>
          <a:bodyPr wrap="square" lIns="0" tIns="0" rIns="0" bIns="0" rtlCol="0" anchor="ctr"/>
          <a:lstStyle/>
          <a:p>
            <a:pPr marL="0" indent="0" algn="ctr">
              <a:buNone/>
            </a:pPr>
            <a:r>
              <a:rPr lang="en-US" sz="950" b="1" dirty="0">
                <a:solidFill>
                  <a:srgbClr val="1A1F2E"/>
                </a:solidFill>
              </a:rPr>
              <a:t>Model artifact versioned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2"/>
          <p:cNvSpPr/>
          <p:nvPr/>
        </p:nvSpPr>
        <p:spPr>
          <a:xfrm>
            <a:off x="457200" y="297180"/>
            <a:ext cx="8229600" cy="64008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Serving + validation in code</a:t>
            </a:r>
            <a:endParaRPr lang="en-US" sz="2800" dirty="0"/>
          </a:p>
        </p:txBody>
      </p:sp>
      <p:sp>
        <p:nvSpPr>
          <p:cNvPr id="5" name="Text 3"/>
          <p:cNvSpPr/>
          <p:nvPr/>
        </p:nvSpPr>
        <p:spPr>
          <a:xfrm>
            <a:off x="274320" y="1109617"/>
            <a:ext cx="4206240" cy="274320"/>
          </a:xfrm>
          <a:prstGeom prst="rect">
            <a:avLst/>
          </a:prstGeom>
          <a:noFill/>
          <a:ln/>
        </p:spPr>
        <p:txBody>
          <a:bodyPr wrap="square" lIns="0" tIns="0" rIns="0" bIns="0" rtlCol="0" anchor="ctr"/>
          <a:lstStyle/>
          <a:p>
            <a:pPr marL="0" indent="0">
              <a:buNone/>
            </a:pPr>
            <a:r>
              <a:rPr lang="en-US" sz="1100" dirty="0">
                <a:solidFill>
                  <a:srgbClr val="00B4A6"/>
                </a:solidFill>
                <a:latin typeface="Consolas" pitchFamily="34" charset="0"/>
                <a:ea typeface="Consolas" pitchFamily="34" charset="-122"/>
                <a:cs typeface="Consolas" pitchFamily="34" charset="-120"/>
              </a:rPr>
              <a:t>app/schemas.py  — QuestionGoal → input contract</a:t>
            </a:r>
            <a:endParaRPr lang="en-US" sz="1100" dirty="0"/>
          </a:p>
        </p:txBody>
      </p:sp>
      <p:sp>
        <p:nvSpPr>
          <p:cNvPr id="6" name="Shape 4"/>
          <p:cNvSpPr/>
          <p:nvPr/>
        </p:nvSpPr>
        <p:spPr>
          <a:xfrm>
            <a:off x="457200" y="1645920"/>
            <a:ext cx="4206240" cy="2423160"/>
          </a:xfrm>
          <a:prstGeom prst="rect">
            <a:avLst/>
          </a:prstGeom>
          <a:solidFill>
            <a:srgbClr val="0D1117"/>
          </a:solidFill>
          <a:ln w="12700">
            <a:solidFill>
              <a:srgbClr val="30363D"/>
            </a:solidFill>
            <a:prstDash val="solid"/>
          </a:ln>
        </p:spPr>
        <p:txBody>
          <a:bodyPr/>
          <a:lstStyle/>
          <a:p>
            <a:endParaRPr lang="en-IN"/>
          </a:p>
        </p:txBody>
      </p:sp>
      <p:sp>
        <p:nvSpPr>
          <p:cNvPr id="7" name="Text 5"/>
          <p:cNvSpPr/>
          <p:nvPr/>
        </p:nvSpPr>
        <p:spPr>
          <a:xfrm>
            <a:off x="621792" y="1783080"/>
            <a:ext cx="3877056" cy="2148840"/>
          </a:xfrm>
          <a:prstGeom prst="rect">
            <a:avLst/>
          </a:prstGeom>
          <a:noFill/>
          <a:ln/>
        </p:spPr>
        <p:txBody>
          <a:bodyPr wrap="square" lIns="0" tIns="0" rIns="0" bIns="0" rtlCol="0" anchor="t"/>
          <a:lstStyle/>
          <a:p>
            <a:pPr marL="0" indent="0">
              <a:buNone/>
            </a:pPr>
            <a:r>
              <a:rPr lang="en-US" sz="1050" dirty="0">
                <a:solidFill>
                  <a:srgbClr val="E6EDF3"/>
                </a:solidFill>
                <a:latin typeface="Consolas" pitchFamily="34" charset="0"/>
                <a:ea typeface="Consolas" pitchFamily="34" charset="-122"/>
                <a:cs typeface="Consolas" pitchFamily="34" charset="-120"/>
              </a:rPr>
              <a:t>class TransactionInput(BaseModel):</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amount: float = Field(</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 gt=0,</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description='Must be positive')</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hour_of_day: int = Field(</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 ge=0, le=23)</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is_foreign: int = Field(</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 ge=0, le=1)</a:t>
            </a:r>
            <a:endParaRPr lang="en-US" sz="1050" dirty="0"/>
          </a:p>
        </p:txBody>
      </p:sp>
      <p:sp>
        <p:nvSpPr>
          <p:cNvPr id="8" name="Text 6"/>
          <p:cNvSpPr/>
          <p:nvPr/>
        </p:nvSpPr>
        <p:spPr>
          <a:xfrm>
            <a:off x="4754880" y="1097280"/>
            <a:ext cx="4114800" cy="274320"/>
          </a:xfrm>
          <a:prstGeom prst="rect">
            <a:avLst/>
          </a:prstGeom>
          <a:noFill/>
          <a:ln/>
        </p:spPr>
        <p:txBody>
          <a:bodyPr wrap="square" lIns="0" tIns="0" rIns="0" bIns="0" rtlCol="0" anchor="ctr"/>
          <a:lstStyle/>
          <a:p>
            <a:pPr marL="0" indent="0">
              <a:buNone/>
            </a:pPr>
            <a:r>
              <a:rPr lang="en-US" sz="1100" dirty="0">
                <a:solidFill>
                  <a:srgbClr val="00B4A6"/>
                </a:solidFill>
                <a:latin typeface="Consolas" pitchFamily="34" charset="0"/>
                <a:ea typeface="Consolas" pitchFamily="34" charset="-122"/>
                <a:cs typeface="Consolas" pitchFamily="34" charset="-120"/>
              </a:rPr>
              <a:t>app/main.py  — DecisionGoal → endpoint</a:t>
            </a:r>
            <a:endParaRPr lang="en-US" sz="1100" dirty="0"/>
          </a:p>
        </p:txBody>
      </p:sp>
      <p:sp>
        <p:nvSpPr>
          <p:cNvPr id="9" name="Shape 7"/>
          <p:cNvSpPr/>
          <p:nvPr/>
        </p:nvSpPr>
        <p:spPr>
          <a:xfrm>
            <a:off x="4754880" y="1645920"/>
            <a:ext cx="4114800" cy="2926080"/>
          </a:xfrm>
          <a:prstGeom prst="rect">
            <a:avLst/>
          </a:prstGeom>
          <a:solidFill>
            <a:srgbClr val="0D1117"/>
          </a:solidFill>
          <a:ln w="12700">
            <a:solidFill>
              <a:srgbClr val="30363D"/>
            </a:solidFill>
            <a:prstDash val="solid"/>
          </a:ln>
        </p:spPr>
        <p:txBody>
          <a:bodyPr/>
          <a:lstStyle/>
          <a:p>
            <a:endParaRPr lang="en-IN"/>
          </a:p>
        </p:txBody>
      </p:sp>
      <p:sp>
        <p:nvSpPr>
          <p:cNvPr id="10" name="Text 8"/>
          <p:cNvSpPr/>
          <p:nvPr/>
        </p:nvSpPr>
        <p:spPr>
          <a:xfrm>
            <a:off x="4919472" y="1783080"/>
            <a:ext cx="3785616" cy="2651760"/>
          </a:xfrm>
          <a:prstGeom prst="rect">
            <a:avLst/>
          </a:prstGeom>
          <a:noFill/>
          <a:ln/>
        </p:spPr>
        <p:txBody>
          <a:bodyPr wrap="square" lIns="0" tIns="0" rIns="0" bIns="0" rtlCol="0" anchor="t"/>
          <a:lstStyle/>
          <a:p>
            <a:pPr marL="0" indent="0">
              <a:buNone/>
            </a:pPr>
            <a:r>
              <a:rPr lang="en-US" sz="1050" dirty="0">
                <a:solidFill>
                  <a:srgbClr val="D2A8FF"/>
                </a:solidFill>
                <a:latin typeface="Consolas" pitchFamily="34" charset="0"/>
                <a:ea typeface="Consolas" pitchFamily="34" charset="-122"/>
                <a:cs typeface="Consolas" pitchFamily="34" charset="-120"/>
              </a:rPr>
              <a:t>@app.post('/predict',</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response_model=PredictionResult)</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def predict_single(</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txn: TransactionInput):</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with Timer() as t:</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result = predict(txn,</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store.model)</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logger.info('served',</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extra={'latency_ms': t.elapsed_ms})</a:t>
            </a:r>
            <a:endParaRPr lang="en-US" sz="1050" dirty="0"/>
          </a:p>
          <a:p>
            <a:pPr marL="0" indent="0">
              <a:buNone/>
            </a:pPr>
            <a:r>
              <a:rPr lang="en-US" sz="1050" dirty="0">
                <a:solidFill>
                  <a:srgbClr val="E6EDF3"/>
                </a:solidFill>
                <a:latin typeface="Consolas" pitchFamily="34" charset="0"/>
                <a:ea typeface="Consolas" pitchFamily="34" charset="-122"/>
                <a:cs typeface="Consolas" pitchFamily="34" charset="-120"/>
              </a:rPr>
              <a:t>  return result</a:t>
            </a:r>
            <a:endParaRPr lang="en-US" sz="1050" dirty="0"/>
          </a:p>
        </p:txBody>
      </p:sp>
      <p:sp>
        <p:nvSpPr>
          <p:cNvPr id="11" name="Text 9"/>
          <p:cNvSpPr/>
          <p:nvPr/>
        </p:nvSpPr>
        <p:spPr>
          <a:xfrm>
            <a:off x="457200" y="4572000"/>
            <a:ext cx="8229600" cy="228600"/>
          </a:xfrm>
          <a:prstGeom prst="rect">
            <a:avLst/>
          </a:prstGeom>
          <a:noFill/>
          <a:ln/>
        </p:spPr>
        <p:txBody>
          <a:bodyPr wrap="square" lIns="0" tIns="0" rIns="0" bIns="0" rtlCol="0" anchor="ctr"/>
          <a:lstStyle/>
          <a:p>
            <a:pPr marL="0" indent="0" algn="ctr">
              <a:buNone/>
            </a:pPr>
            <a:r>
              <a:rPr lang="en-US" sz="1150" i="1" dirty="0">
                <a:solidFill>
                  <a:srgbClr val="F59E0B"/>
                </a:solidFill>
              </a:rPr>
              <a:t>Try in /docs: send amount: -500, hour_of_day: 99 — watch Pydantic reject with field-level errors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2"/>
          <p:cNvSpPr/>
          <p:nvPr/>
        </p:nvSpPr>
        <p:spPr>
          <a:xfrm>
            <a:off x="457200" y="374904"/>
            <a:ext cx="8229600" cy="640080"/>
          </a:xfrm>
          <a:prstGeom prst="rect">
            <a:avLst/>
          </a:prstGeom>
          <a:noFill/>
          <a:ln/>
        </p:spPr>
        <p:txBody>
          <a:bodyPr wrap="square" lIns="0" tIns="0" rIns="0" bIns="0" rtlCol="0" anchor="ctr"/>
          <a:lstStyle/>
          <a:p>
            <a:pPr marL="0" indent="0">
              <a:buNone/>
            </a:pPr>
            <a:r>
              <a:rPr lang="en-US" sz="2600" b="1" dirty="0">
                <a:solidFill>
                  <a:srgbClr val="1E293B"/>
                </a:solidFill>
              </a:rPr>
              <a:t>Pipe-and-filter</a:t>
            </a:r>
            <a:endParaRPr lang="en-US" sz="2600" dirty="0"/>
          </a:p>
        </p:txBody>
      </p:sp>
      <p:sp>
        <p:nvSpPr>
          <p:cNvPr id="5" name="Text 3"/>
          <p:cNvSpPr/>
          <p:nvPr/>
        </p:nvSpPr>
        <p:spPr>
          <a:xfrm>
            <a:off x="448056" y="1152144"/>
            <a:ext cx="8229600" cy="274320"/>
          </a:xfrm>
          <a:prstGeom prst="rect">
            <a:avLst/>
          </a:prstGeom>
          <a:noFill/>
          <a:ln/>
        </p:spPr>
        <p:txBody>
          <a:bodyPr wrap="square" lIns="0" tIns="0" rIns="0" bIns="0"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app/pipeline.py</a:t>
            </a:r>
            <a:endParaRPr lang="en-US" sz="1100" dirty="0"/>
          </a:p>
        </p:txBody>
      </p:sp>
      <p:sp>
        <p:nvSpPr>
          <p:cNvPr id="6" name="Shape 4"/>
          <p:cNvSpPr/>
          <p:nvPr/>
        </p:nvSpPr>
        <p:spPr>
          <a:xfrm>
            <a:off x="457200" y="1737360"/>
            <a:ext cx="1920240" cy="1463040"/>
          </a:xfrm>
          <a:prstGeom prst="rect">
            <a:avLst/>
          </a:prstGeom>
          <a:solidFill>
            <a:srgbClr val="FFFFFF"/>
          </a:solidFill>
          <a:ln w="12700">
            <a:solidFill>
              <a:srgbClr val="E2E8F0"/>
            </a:solidFill>
            <a:prstDash val="solid"/>
          </a:ln>
        </p:spPr>
        <p:txBody>
          <a:bodyPr/>
          <a:lstStyle/>
          <a:p>
            <a:endParaRPr lang="en-IN"/>
          </a:p>
        </p:txBody>
      </p:sp>
      <p:sp>
        <p:nvSpPr>
          <p:cNvPr id="7" name="Shape 5"/>
          <p:cNvSpPr/>
          <p:nvPr/>
        </p:nvSpPr>
        <p:spPr>
          <a:xfrm>
            <a:off x="457200" y="1737360"/>
            <a:ext cx="1920240" cy="411480"/>
          </a:xfrm>
          <a:prstGeom prst="rect">
            <a:avLst/>
          </a:prstGeom>
          <a:solidFill>
            <a:srgbClr val="DC2626"/>
          </a:solidFill>
          <a:ln w="12700">
            <a:solidFill>
              <a:srgbClr val="DC2626"/>
            </a:solidFill>
            <a:prstDash val="solid"/>
          </a:ln>
        </p:spPr>
        <p:txBody>
          <a:bodyPr/>
          <a:lstStyle/>
          <a:p>
            <a:endParaRPr lang="en-IN"/>
          </a:p>
        </p:txBody>
      </p:sp>
      <p:sp>
        <p:nvSpPr>
          <p:cNvPr id="8" name="Text 6"/>
          <p:cNvSpPr/>
          <p:nvPr/>
        </p:nvSpPr>
        <p:spPr>
          <a:xfrm>
            <a:off x="457200" y="1737360"/>
            <a:ext cx="347472" cy="274320"/>
          </a:xfrm>
          <a:prstGeom prst="rect">
            <a:avLst/>
          </a:prstGeom>
          <a:noFill/>
          <a:ln/>
        </p:spPr>
        <p:txBody>
          <a:bodyPr wrap="square" lIns="0" tIns="0" rIns="0" bIns="0" rtlCol="0" anchor="ctr"/>
          <a:lstStyle/>
          <a:p>
            <a:pPr marL="0" indent="0" algn="ctr">
              <a:buNone/>
            </a:pPr>
            <a:r>
              <a:rPr lang="en-US" sz="1400" b="1" dirty="0">
                <a:solidFill>
                  <a:srgbClr val="FFFFFF"/>
                </a:solidFill>
              </a:rPr>
              <a:t>1 </a:t>
            </a:r>
            <a:endParaRPr lang="en-US" sz="1400" dirty="0"/>
          </a:p>
        </p:txBody>
      </p:sp>
      <p:sp>
        <p:nvSpPr>
          <p:cNvPr id="9" name="Text 7"/>
          <p:cNvSpPr/>
          <p:nvPr/>
        </p:nvSpPr>
        <p:spPr>
          <a:xfrm>
            <a:off x="448056" y="1737360"/>
            <a:ext cx="1837944" cy="621792"/>
          </a:xfrm>
          <a:prstGeom prst="rect">
            <a:avLst/>
          </a:prstGeom>
          <a:noFill/>
          <a:ln/>
        </p:spPr>
        <p:txBody>
          <a:bodyPr wrap="square" lIns="0" tIns="0" rIns="0" bIns="0" rtlCol="0" anchor="ctr"/>
          <a:lstStyle/>
          <a:p>
            <a:pPr marL="0" indent="0">
              <a:buNone/>
            </a:pPr>
            <a:r>
              <a:rPr lang="en-US" sz="1050" b="1" dirty="0" err="1">
                <a:solidFill>
                  <a:srgbClr val="FFFFFF"/>
                </a:solidFill>
              </a:rPr>
              <a:t>validate_input</a:t>
            </a:r>
            <a:r>
              <a:rPr lang="en-US" sz="1050" b="1" dirty="0">
                <a:solidFill>
                  <a:srgbClr val="FFFFFF"/>
                </a:solidFill>
              </a:rPr>
              <a:t>()</a:t>
            </a:r>
            <a:endParaRPr lang="en-US" sz="1050" dirty="0"/>
          </a:p>
        </p:txBody>
      </p:sp>
      <p:sp>
        <p:nvSpPr>
          <p:cNvPr id="10" name="Text 8"/>
          <p:cNvSpPr/>
          <p:nvPr/>
        </p:nvSpPr>
        <p:spPr>
          <a:xfrm>
            <a:off x="548640" y="2212848"/>
            <a:ext cx="1737360" cy="868680"/>
          </a:xfrm>
          <a:prstGeom prst="rect">
            <a:avLst/>
          </a:prstGeom>
          <a:noFill/>
          <a:ln/>
        </p:spPr>
        <p:txBody>
          <a:bodyPr wrap="square" lIns="0" tIns="0" rIns="0" bIns="0" rtlCol="0" anchor="ctr"/>
          <a:lstStyle/>
          <a:p>
            <a:pPr marL="0" indent="0">
              <a:buNone/>
            </a:pPr>
            <a:r>
              <a:rPr lang="en-US" sz="1100" dirty="0">
                <a:solidFill>
                  <a:srgbClr val="64748B"/>
                </a:solidFill>
              </a:rPr>
              <a:t>SoftGoal:</a:t>
            </a:r>
            <a:endParaRPr lang="en-US" sz="1100" dirty="0"/>
          </a:p>
          <a:p>
            <a:pPr marL="0" indent="0">
              <a:buNone/>
            </a:pPr>
            <a:r>
              <a:rPr lang="en-US" sz="1100" dirty="0">
                <a:solidFill>
                  <a:srgbClr val="64748B"/>
                </a:solidFill>
              </a:rPr>
              <a:t>Robustness</a:t>
            </a:r>
            <a:endParaRPr lang="en-US" sz="1100" dirty="0"/>
          </a:p>
        </p:txBody>
      </p:sp>
      <p:sp>
        <p:nvSpPr>
          <p:cNvPr id="11" name="Shape 9"/>
          <p:cNvSpPr/>
          <p:nvPr/>
        </p:nvSpPr>
        <p:spPr>
          <a:xfrm>
            <a:off x="2395728" y="2359152"/>
            <a:ext cx="201168" cy="128016"/>
          </a:xfrm>
          <a:prstGeom prst="rect">
            <a:avLst/>
          </a:prstGeom>
          <a:solidFill>
            <a:srgbClr val="00B4A6"/>
          </a:solidFill>
          <a:ln w="12700">
            <a:solidFill>
              <a:srgbClr val="00B4A6"/>
            </a:solidFill>
            <a:prstDash val="solid"/>
          </a:ln>
        </p:spPr>
        <p:txBody>
          <a:bodyPr/>
          <a:lstStyle/>
          <a:p>
            <a:endParaRPr lang="en-IN"/>
          </a:p>
        </p:txBody>
      </p:sp>
      <p:sp>
        <p:nvSpPr>
          <p:cNvPr id="12" name="Shape 10"/>
          <p:cNvSpPr/>
          <p:nvPr/>
        </p:nvSpPr>
        <p:spPr>
          <a:xfrm>
            <a:off x="2606040" y="1737360"/>
            <a:ext cx="1920240" cy="1463040"/>
          </a:xfrm>
          <a:prstGeom prst="rect">
            <a:avLst/>
          </a:prstGeom>
          <a:solidFill>
            <a:srgbClr val="FFFFFF"/>
          </a:solidFill>
          <a:ln w="12700">
            <a:solidFill>
              <a:srgbClr val="E2E8F0"/>
            </a:solidFill>
            <a:prstDash val="solid"/>
          </a:ln>
        </p:spPr>
        <p:txBody>
          <a:bodyPr/>
          <a:lstStyle/>
          <a:p>
            <a:endParaRPr lang="en-IN"/>
          </a:p>
        </p:txBody>
      </p:sp>
      <p:sp>
        <p:nvSpPr>
          <p:cNvPr id="13" name="Shape 11"/>
          <p:cNvSpPr/>
          <p:nvPr/>
        </p:nvSpPr>
        <p:spPr>
          <a:xfrm>
            <a:off x="2606040" y="1737360"/>
            <a:ext cx="1920240" cy="411480"/>
          </a:xfrm>
          <a:prstGeom prst="rect">
            <a:avLst/>
          </a:prstGeom>
          <a:solidFill>
            <a:srgbClr val="0891B2"/>
          </a:solidFill>
          <a:ln w="12700">
            <a:solidFill>
              <a:srgbClr val="0891B2"/>
            </a:solidFill>
            <a:prstDash val="solid"/>
          </a:ln>
        </p:spPr>
        <p:txBody>
          <a:bodyPr/>
          <a:lstStyle/>
          <a:p>
            <a:endParaRPr lang="en-IN"/>
          </a:p>
        </p:txBody>
      </p:sp>
      <p:sp>
        <p:nvSpPr>
          <p:cNvPr id="14" name="Text 12"/>
          <p:cNvSpPr/>
          <p:nvPr/>
        </p:nvSpPr>
        <p:spPr>
          <a:xfrm>
            <a:off x="2606040" y="1737360"/>
            <a:ext cx="347472" cy="27432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5" name="Text 13"/>
          <p:cNvSpPr/>
          <p:nvPr/>
        </p:nvSpPr>
        <p:spPr>
          <a:xfrm>
            <a:off x="2697480" y="1901370"/>
            <a:ext cx="1737360" cy="247469"/>
          </a:xfrm>
          <a:prstGeom prst="rect">
            <a:avLst/>
          </a:prstGeom>
          <a:noFill/>
          <a:ln/>
        </p:spPr>
        <p:txBody>
          <a:bodyPr wrap="square" lIns="0" tIns="0" rIns="0" bIns="0" rtlCol="0" anchor="ctr"/>
          <a:lstStyle/>
          <a:p>
            <a:pPr marL="0" indent="0">
              <a:buNone/>
            </a:pPr>
            <a:r>
              <a:rPr lang="en-US" sz="1050" b="1" dirty="0">
                <a:solidFill>
                  <a:srgbClr val="FFFFFF"/>
                </a:solidFill>
              </a:rPr>
              <a:t>extract_features()</a:t>
            </a:r>
            <a:endParaRPr lang="en-US" sz="1050" dirty="0"/>
          </a:p>
        </p:txBody>
      </p:sp>
      <p:sp>
        <p:nvSpPr>
          <p:cNvPr id="16" name="Text 14"/>
          <p:cNvSpPr/>
          <p:nvPr/>
        </p:nvSpPr>
        <p:spPr>
          <a:xfrm>
            <a:off x="2697480" y="2212848"/>
            <a:ext cx="1737360" cy="868680"/>
          </a:xfrm>
          <a:prstGeom prst="rect">
            <a:avLst/>
          </a:prstGeom>
          <a:noFill/>
          <a:ln/>
        </p:spPr>
        <p:txBody>
          <a:bodyPr wrap="square" lIns="0" tIns="0" rIns="0" bIns="0" rtlCol="0" anchor="ctr"/>
          <a:lstStyle/>
          <a:p>
            <a:pPr marL="0" indent="0">
              <a:buNone/>
            </a:pPr>
            <a:r>
              <a:rPr lang="en-US" sz="1100" dirty="0">
                <a:solidFill>
                  <a:srgbClr val="64748B"/>
                </a:solidFill>
              </a:rPr>
              <a:t>DataPrep</a:t>
            </a:r>
            <a:endParaRPr lang="en-US" sz="1100" dirty="0"/>
          </a:p>
          <a:p>
            <a:pPr marL="0" indent="0">
              <a:buNone/>
            </a:pPr>
            <a:r>
              <a:rPr lang="en-US" sz="1100" dirty="0">
                <a:solidFill>
                  <a:srgbClr val="64748B"/>
                </a:solidFill>
              </a:rPr>
              <a:t>Task</a:t>
            </a:r>
            <a:endParaRPr lang="en-US" sz="1100" dirty="0"/>
          </a:p>
        </p:txBody>
      </p:sp>
      <p:sp>
        <p:nvSpPr>
          <p:cNvPr id="17" name="Shape 15"/>
          <p:cNvSpPr/>
          <p:nvPr/>
        </p:nvSpPr>
        <p:spPr>
          <a:xfrm>
            <a:off x="4544568" y="2359152"/>
            <a:ext cx="201168" cy="128016"/>
          </a:xfrm>
          <a:prstGeom prst="rect">
            <a:avLst/>
          </a:prstGeom>
          <a:solidFill>
            <a:srgbClr val="00B4A6"/>
          </a:solidFill>
          <a:ln w="12700">
            <a:solidFill>
              <a:srgbClr val="00B4A6"/>
            </a:solidFill>
            <a:prstDash val="solid"/>
          </a:ln>
        </p:spPr>
        <p:txBody>
          <a:bodyPr/>
          <a:lstStyle/>
          <a:p>
            <a:endParaRPr lang="en-IN"/>
          </a:p>
        </p:txBody>
      </p:sp>
      <p:sp>
        <p:nvSpPr>
          <p:cNvPr id="18" name="Shape 16"/>
          <p:cNvSpPr/>
          <p:nvPr/>
        </p:nvSpPr>
        <p:spPr>
          <a:xfrm>
            <a:off x="4754880" y="1737360"/>
            <a:ext cx="1920240" cy="1463040"/>
          </a:xfrm>
          <a:prstGeom prst="rect">
            <a:avLst/>
          </a:prstGeom>
          <a:solidFill>
            <a:srgbClr val="FFFFFF"/>
          </a:solidFill>
          <a:ln w="12700">
            <a:solidFill>
              <a:srgbClr val="E2E8F0"/>
            </a:solidFill>
            <a:prstDash val="solid"/>
          </a:ln>
        </p:spPr>
        <p:txBody>
          <a:bodyPr/>
          <a:lstStyle/>
          <a:p>
            <a:endParaRPr lang="en-IN"/>
          </a:p>
        </p:txBody>
      </p:sp>
      <p:sp>
        <p:nvSpPr>
          <p:cNvPr id="19" name="Shape 17"/>
          <p:cNvSpPr/>
          <p:nvPr/>
        </p:nvSpPr>
        <p:spPr>
          <a:xfrm>
            <a:off x="4754880" y="1737360"/>
            <a:ext cx="1920240" cy="411480"/>
          </a:xfrm>
          <a:prstGeom prst="rect">
            <a:avLst/>
          </a:prstGeom>
          <a:solidFill>
            <a:srgbClr val="7C3AED"/>
          </a:solidFill>
          <a:ln w="12700">
            <a:solidFill>
              <a:srgbClr val="7C3AED"/>
            </a:solidFill>
            <a:prstDash val="solid"/>
          </a:ln>
        </p:spPr>
        <p:txBody>
          <a:bodyPr/>
          <a:lstStyle/>
          <a:p>
            <a:endParaRPr lang="en-IN"/>
          </a:p>
        </p:txBody>
      </p:sp>
      <p:sp>
        <p:nvSpPr>
          <p:cNvPr id="20" name="Text 18"/>
          <p:cNvSpPr/>
          <p:nvPr/>
        </p:nvSpPr>
        <p:spPr>
          <a:xfrm>
            <a:off x="4754880" y="1737360"/>
            <a:ext cx="347472" cy="27432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1" name="Text 19"/>
          <p:cNvSpPr/>
          <p:nvPr/>
        </p:nvSpPr>
        <p:spPr>
          <a:xfrm>
            <a:off x="4846320" y="1901370"/>
            <a:ext cx="1737360" cy="247470"/>
          </a:xfrm>
          <a:prstGeom prst="rect">
            <a:avLst/>
          </a:prstGeom>
          <a:noFill/>
          <a:ln/>
        </p:spPr>
        <p:txBody>
          <a:bodyPr wrap="square" lIns="0" tIns="0" rIns="0" bIns="0" rtlCol="0" anchor="ctr"/>
          <a:lstStyle/>
          <a:p>
            <a:pPr marL="0" indent="0">
              <a:buNone/>
            </a:pPr>
            <a:r>
              <a:rPr lang="en-US" sz="1050" b="1" dirty="0">
                <a:solidFill>
                  <a:srgbClr val="FFFFFF"/>
                </a:solidFill>
              </a:rPr>
              <a:t>run_model()</a:t>
            </a:r>
            <a:endParaRPr lang="en-US" sz="1050" dirty="0"/>
          </a:p>
        </p:txBody>
      </p:sp>
      <p:sp>
        <p:nvSpPr>
          <p:cNvPr id="22" name="Text 20"/>
          <p:cNvSpPr/>
          <p:nvPr/>
        </p:nvSpPr>
        <p:spPr>
          <a:xfrm>
            <a:off x="4846320" y="2212848"/>
            <a:ext cx="1737360" cy="868680"/>
          </a:xfrm>
          <a:prstGeom prst="rect">
            <a:avLst/>
          </a:prstGeom>
          <a:noFill/>
          <a:ln/>
        </p:spPr>
        <p:txBody>
          <a:bodyPr wrap="square" lIns="0" tIns="0" rIns="0" bIns="0" rtlCol="0" anchor="ctr"/>
          <a:lstStyle/>
          <a:p>
            <a:pPr marL="0" indent="0">
              <a:buNone/>
            </a:pPr>
            <a:r>
              <a:rPr lang="en-US" sz="1100" dirty="0">
                <a:solidFill>
                  <a:srgbClr val="64748B"/>
                </a:solidFill>
              </a:rPr>
              <a:t>Prediction</a:t>
            </a:r>
            <a:endParaRPr lang="en-US" sz="1100" dirty="0"/>
          </a:p>
          <a:p>
            <a:pPr marL="0" indent="0">
              <a:buNone/>
            </a:pPr>
            <a:r>
              <a:rPr lang="en-US" sz="1100" dirty="0">
                <a:solidFill>
                  <a:srgbClr val="64748B"/>
                </a:solidFill>
              </a:rPr>
              <a:t>Goal</a:t>
            </a:r>
            <a:endParaRPr lang="en-US" sz="1100" dirty="0"/>
          </a:p>
        </p:txBody>
      </p:sp>
      <p:sp>
        <p:nvSpPr>
          <p:cNvPr id="23" name="Shape 21"/>
          <p:cNvSpPr/>
          <p:nvPr/>
        </p:nvSpPr>
        <p:spPr>
          <a:xfrm>
            <a:off x="6693408" y="2359152"/>
            <a:ext cx="201168" cy="128016"/>
          </a:xfrm>
          <a:prstGeom prst="rect">
            <a:avLst/>
          </a:prstGeom>
          <a:solidFill>
            <a:srgbClr val="00B4A6"/>
          </a:solidFill>
          <a:ln w="12700">
            <a:solidFill>
              <a:srgbClr val="00B4A6"/>
            </a:solidFill>
            <a:prstDash val="solid"/>
          </a:ln>
        </p:spPr>
        <p:txBody>
          <a:bodyPr/>
          <a:lstStyle/>
          <a:p>
            <a:endParaRPr lang="en-IN"/>
          </a:p>
        </p:txBody>
      </p:sp>
      <p:sp>
        <p:nvSpPr>
          <p:cNvPr id="24" name="Shape 22"/>
          <p:cNvSpPr/>
          <p:nvPr/>
        </p:nvSpPr>
        <p:spPr>
          <a:xfrm>
            <a:off x="6903720" y="1737360"/>
            <a:ext cx="1920240" cy="1463040"/>
          </a:xfrm>
          <a:prstGeom prst="rect">
            <a:avLst/>
          </a:prstGeom>
          <a:solidFill>
            <a:srgbClr val="FFFFFF"/>
          </a:solidFill>
          <a:ln w="12700">
            <a:solidFill>
              <a:srgbClr val="E2E8F0"/>
            </a:solidFill>
            <a:prstDash val="solid"/>
          </a:ln>
        </p:spPr>
        <p:txBody>
          <a:bodyPr/>
          <a:lstStyle/>
          <a:p>
            <a:endParaRPr lang="en-IN"/>
          </a:p>
        </p:txBody>
      </p:sp>
      <p:sp>
        <p:nvSpPr>
          <p:cNvPr id="25" name="Shape 23"/>
          <p:cNvSpPr/>
          <p:nvPr/>
        </p:nvSpPr>
        <p:spPr>
          <a:xfrm>
            <a:off x="6903720" y="1737360"/>
            <a:ext cx="1920240" cy="411480"/>
          </a:xfrm>
          <a:prstGeom prst="rect">
            <a:avLst/>
          </a:prstGeom>
          <a:solidFill>
            <a:srgbClr val="059669"/>
          </a:solidFill>
          <a:ln w="12700">
            <a:solidFill>
              <a:srgbClr val="059669"/>
            </a:solidFill>
            <a:prstDash val="solid"/>
          </a:ln>
        </p:spPr>
        <p:txBody>
          <a:bodyPr/>
          <a:lstStyle/>
          <a:p>
            <a:endParaRPr lang="en-IN"/>
          </a:p>
        </p:txBody>
      </p:sp>
      <p:sp>
        <p:nvSpPr>
          <p:cNvPr id="26" name="Text 24"/>
          <p:cNvSpPr/>
          <p:nvPr/>
        </p:nvSpPr>
        <p:spPr>
          <a:xfrm>
            <a:off x="6903720" y="1737360"/>
            <a:ext cx="347472" cy="24747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7" name="Text 25"/>
          <p:cNvSpPr/>
          <p:nvPr/>
        </p:nvSpPr>
        <p:spPr>
          <a:xfrm>
            <a:off x="6995160" y="1901370"/>
            <a:ext cx="1737360" cy="247470"/>
          </a:xfrm>
          <a:prstGeom prst="rect">
            <a:avLst/>
          </a:prstGeom>
          <a:noFill/>
          <a:ln/>
        </p:spPr>
        <p:txBody>
          <a:bodyPr wrap="square" lIns="0" tIns="0" rIns="0" bIns="0" rtlCol="0" anchor="ctr"/>
          <a:lstStyle/>
          <a:p>
            <a:pPr marL="0" indent="0">
              <a:buNone/>
            </a:pPr>
            <a:r>
              <a:rPr lang="en-US" sz="1050" b="1" dirty="0">
                <a:solidFill>
                  <a:srgbClr val="FFFFFF"/>
                </a:solidFill>
              </a:rPr>
              <a:t>format_response()</a:t>
            </a:r>
            <a:endParaRPr lang="en-US" sz="1050" dirty="0"/>
          </a:p>
        </p:txBody>
      </p:sp>
      <p:sp>
        <p:nvSpPr>
          <p:cNvPr id="28" name="Text 26"/>
          <p:cNvSpPr/>
          <p:nvPr/>
        </p:nvSpPr>
        <p:spPr>
          <a:xfrm>
            <a:off x="6995160" y="2212848"/>
            <a:ext cx="1737360" cy="868680"/>
          </a:xfrm>
          <a:prstGeom prst="rect">
            <a:avLst/>
          </a:prstGeom>
          <a:noFill/>
          <a:ln/>
        </p:spPr>
        <p:txBody>
          <a:bodyPr wrap="square" lIns="0" tIns="0" rIns="0" bIns="0" rtlCol="0" anchor="ctr"/>
          <a:lstStyle/>
          <a:p>
            <a:pPr marL="0" indent="0">
              <a:buNone/>
            </a:pPr>
            <a:r>
              <a:rPr lang="en-US" sz="1100" dirty="0">
                <a:solidFill>
                  <a:srgbClr val="64748B"/>
                </a:solidFill>
              </a:rPr>
              <a:t>Insight</a:t>
            </a:r>
            <a:endParaRPr lang="en-US" sz="1100" dirty="0"/>
          </a:p>
          <a:p>
            <a:pPr marL="0" indent="0">
              <a:buNone/>
            </a:pPr>
            <a:r>
              <a:rPr lang="en-US" sz="1100" dirty="0">
                <a:solidFill>
                  <a:srgbClr val="64748B"/>
                </a:solidFill>
              </a:rPr>
              <a:t>→ result</a:t>
            </a:r>
            <a:endParaRPr lang="en-US" sz="1100" dirty="0"/>
          </a:p>
        </p:txBody>
      </p:sp>
      <p:sp>
        <p:nvSpPr>
          <p:cNvPr id="29" name="Shape 27"/>
          <p:cNvSpPr/>
          <p:nvPr/>
        </p:nvSpPr>
        <p:spPr>
          <a:xfrm>
            <a:off x="457200" y="3566160"/>
            <a:ext cx="8229600" cy="960120"/>
          </a:xfrm>
          <a:prstGeom prst="rect">
            <a:avLst/>
          </a:prstGeom>
          <a:solidFill>
            <a:srgbClr val="0D1117"/>
          </a:solidFill>
          <a:ln w="12700">
            <a:solidFill>
              <a:srgbClr val="30363D"/>
            </a:solidFill>
            <a:prstDash val="solid"/>
          </a:ln>
        </p:spPr>
        <p:txBody>
          <a:bodyPr/>
          <a:lstStyle/>
          <a:p>
            <a:endParaRPr lang="en-IN"/>
          </a:p>
        </p:txBody>
      </p:sp>
      <p:sp>
        <p:nvSpPr>
          <p:cNvPr id="30" name="Text 28"/>
          <p:cNvSpPr/>
          <p:nvPr/>
        </p:nvSpPr>
        <p:spPr>
          <a:xfrm>
            <a:off x="621792" y="3703320"/>
            <a:ext cx="7900416" cy="685800"/>
          </a:xfrm>
          <a:prstGeom prst="rect">
            <a:avLst/>
          </a:prstGeom>
          <a:noFill/>
          <a:ln/>
        </p:spPr>
        <p:txBody>
          <a:bodyPr wrap="square" lIns="0" tIns="0" rIns="0" bIns="0" rtlCol="0" anchor="t"/>
          <a:lstStyle/>
          <a:p>
            <a:pPr marL="0" indent="0">
              <a:buNone/>
            </a:pPr>
            <a:r>
              <a:rPr lang="en-US" sz="1100" dirty="0">
                <a:solidFill>
                  <a:srgbClr val="E6EDF3"/>
                </a:solidFill>
                <a:latin typeface="Consolas" pitchFamily="34" charset="0"/>
                <a:ea typeface="Consolas" pitchFamily="34" charset="-122"/>
                <a:cs typeface="Consolas" pitchFamily="34" charset="-120"/>
              </a:rPr>
              <a:t>def predict(txn, model):</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txn         = validate_input(txn)           # Stage 1</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features    = extract_features(txn)         # Stage 2</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fraud, p    = run_model(features, model)    # Stage 3</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return format_response(fraud, p)            # Stage 4</a:t>
            </a:r>
            <a:endParaRPr lang="en-US" sz="1100" dirty="0"/>
          </a:p>
        </p:txBody>
      </p:sp>
      <p:sp>
        <p:nvSpPr>
          <p:cNvPr id="31" name="Text 29"/>
          <p:cNvSpPr/>
          <p:nvPr/>
        </p:nvSpPr>
        <p:spPr>
          <a:xfrm>
            <a:off x="457200" y="3291840"/>
            <a:ext cx="8229600" cy="292608"/>
          </a:xfrm>
          <a:prstGeom prst="rect">
            <a:avLst/>
          </a:prstGeom>
          <a:noFill/>
          <a:ln/>
        </p:spPr>
        <p:txBody>
          <a:bodyPr wrap="square" lIns="0" tIns="0" rIns="0" bIns="0" rtlCol="0" anchor="ctr"/>
          <a:lstStyle/>
          <a:p>
            <a:pPr marL="0" indent="0" algn="ctr">
              <a:buNone/>
            </a:pPr>
            <a:r>
              <a:rPr lang="en-US" sz="1050" i="1" dirty="0">
                <a:solidFill>
                  <a:srgbClr val="64748B"/>
                </a:solidFill>
              </a:rPr>
              <a:t>Each stage = pure function · independently testable · swappable without touching other stages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7342A-EA14-D872-676D-A6A3D036184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00817EE-DA4F-68F0-294D-9AB89FBB8A7F}"/>
              </a:ext>
            </a:extLst>
          </p:cNvPr>
          <p:cNvSpPr/>
          <p:nvPr/>
        </p:nvSpPr>
        <p:spPr>
          <a:xfrm>
            <a:off x="457200" y="374904"/>
            <a:ext cx="8229600" cy="640080"/>
          </a:xfrm>
          <a:prstGeom prst="rect">
            <a:avLst/>
          </a:prstGeom>
          <a:noFill/>
          <a:ln/>
        </p:spPr>
        <p:txBody>
          <a:bodyPr wrap="square" lIns="0" tIns="0" rIns="0" bIns="0" rtlCol="0" anchor="ctr"/>
          <a:lstStyle/>
          <a:p>
            <a:pPr marL="0" indent="0">
              <a:buNone/>
            </a:pPr>
            <a:r>
              <a:rPr lang="en-US" sz="2600" b="1" dirty="0">
                <a:solidFill>
                  <a:srgbClr val="1E293B"/>
                </a:solidFill>
              </a:rPr>
              <a:t>Pipe-and-filter</a:t>
            </a:r>
            <a:endParaRPr lang="en-US" sz="2600" dirty="0"/>
          </a:p>
        </p:txBody>
      </p:sp>
      <p:sp>
        <p:nvSpPr>
          <p:cNvPr id="5" name="Text 3">
            <a:extLst>
              <a:ext uri="{FF2B5EF4-FFF2-40B4-BE49-F238E27FC236}">
                <a16:creationId xmlns:a16="http://schemas.microsoft.com/office/drawing/2014/main" id="{EDA3136B-317F-AD8A-592C-82A5FD80C6A3}"/>
              </a:ext>
            </a:extLst>
          </p:cNvPr>
          <p:cNvSpPr/>
          <p:nvPr/>
        </p:nvSpPr>
        <p:spPr>
          <a:xfrm>
            <a:off x="448056" y="1152144"/>
            <a:ext cx="8229600" cy="3084576"/>
          </a:xfrm>
          <a:prstGeom prst="rect">
            <a:avLst/>
          </a:prstGeom>
          <a:noFill/>
          <a:ln/>
        </p:spPr>
        <p:txBody>
          <a:bodyPr wrap="square" lIns="0" tIns="0" rIns="0" bIns="0" rtlCol="0" anchor="ctr"/>
          <a:lstStyle/>
          <a:p>
            <a:pPr marL="0" indent="0">
              <a:buNone/>
            </a:pPr>
            <a:endParaRPr lang="en-US" sz="1100" dirty="0"/>
          </a:p>
        </p:txBody>
      </p:sp>
      <p:graphicFrame>
        <p:nvGraphicFramePr>
          <p:cNvPr id="2" name="Table 1">
            <a:extLst>
              <a:ext uri="{FF2B5EF4-FFF2-40B4-BE49-F238E27FC236}">
                <a16:creationId xmlns:a16="http://schemas.microsoft.com/office/drawing/2014/main" id="{8E9B65E3-6BF0-00B1-E5E6-D4EBBF699455}"/>
              </a:ext>
            </a:extLst>
          </p:cNvPr>
          <p:cNvGraphicFramePr>
            <a:graphicFrameLocks noGrp="1"/>
          </p:cNvGraphicFramePr>
          <p:nvPr>
            <p:extLst>
              <p:ext uri="{D42A27DB-BD31-4B8C-83A1-F6EECF244321}">
                <p14:modId xmlns:p14="http://schemas.microsoft.com/office/powerpoint/2010/main" val="2781506592"/>
              </p:ext>
            </p:extLst>
          </p:nvPr>
        </p:nvGraphicFramePr>
        <p:xfrm>
          <a:off x="548640" y="1292352"/>
          <a:ext cx="7884161" cy="2804160"/>
        </p:xfrm>
        <a:graphic>
          <a:graphicData uri="http://schemas.openxmlformats.org/drawingml/2006/table">
            <a:tbl>
              <a:tblPr>
                <a:tableStyleId>{3C2FFA5D-87B4-456A-9821-1D502468CF0F}</a:tableStyleId>
              </a:tblPr>
              <a:tblGrid>
                <a:gridCol w="883920">
                  <a:extLst>
                    <a:ext uri="{9D8B030D-6E8A-4147-A177-3AD203B41FA5}">
                      <a16:colId xmlns:a16="http://schemas.microsoft.com/office/drawing/2014/main" val="1109454465"/>
                    </a:ext>
                  </a:extLst>
                </a:gridCol>
                <a:gridCol w="2627816">
                  <a:extLst>
                    <a:ext uri="{9D8B030D-6E8A-4147-A177-3AD203B41FA5}">
                      <a16:colId xmlns:a16="http://schemas.microsoft.com/office/drawing/2014/main" val="3062782667"/>
                    </a:ext>
                  </a:extLst>
                </a:gridCol>
                <a:gridCol w="2477195">
                  <a:extLst>
                    <a:ext uri="{9D8B030D-6E8A-4147-A177-3AD203B41FA5}">
                      <a16:colId xmlns:a16="http://schemas.microsoft.com/office/drawing/2014/main" val="3614499783"/>
                    </a:ext>
                  </a:extLst>
                </a:gridCol>
                <a:gridCol w="1895230">
                  <a:extLst>
                    <a:ext uri="{9D8B030D-6E8A-4147-A177-3AD203B41FA5}">
                      <a16:colId xmlns:a16="http://schemas.microsoft.com/office/drawing/2014/main" val="2431138300"/>
                    </a:ext>
                  </a:extLst>
                </a:gridCol>
              </a:tblGrid>
              <a:tr h="560832">
                <a:tc>
                  <a:txBody>
                    <a:bodyPr/>
                    <a:lstStyle/>
                    <a:p>
                      <a:pPr algn="l" fontAlgn="b">
                        <a:buNone/>
                      </a:pPr>
                      <a:r>
                        <a:rPr lang="en-IN" sz="1800" b="1" u="none" strike="noStrike" dirty="0">
                          <a:effectLst/>
                        </a:rPr>
                        <a:t>Pipe</a:t>
                      </a:r>
                      <a:endParaRPr lang="en-IN" sz="18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b="1" u="none" strike="noStrike" dirty="0">
                          <a:effectLst/>
                        </a:rPr>
                        <a:t>Carries</a:t>
                      </a:r>
                      <a:endParaRPr lang="en-IN" sz="18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b="1" u="none" strike="noStrike">
                          <a:effectLst/>
                        </a:rPr>
                        <a:t>Python type</a:t>
                      </a:r>
                      <a:endParaRPr lang="en-IN" sz="18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b="1" u="none" strike="noStrike" dirty="0">
                          <a:effectLst/>
                        </a:rPr>
                        <a:t>From → To</a:t>
                      </a:r>
                      <a:endParaRPr lang="en-IN" sz="18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83893246"/>
                  </a:ext>
                </a:extLst>
              </a:tr>
              <a:tr h="560832">
                <a:tc>
                  <a:txBody>
                    <a:bodyPr/>
                    <a:lstStyle/>
                    <a:p>
                      <a:pPr algn="l" fontAlgn="b">
                        <a:buNone/>
                      </a:pPr>
                      <a:r>
                        <a:rPr lang="en-IN" sz="1800" u="none" strike="noStrike">
                          <a:effectLst/>
                        </a:rPr>
                        <a:t>Pipe 1</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u="none" strike="noStrike" dirty="0">
                          <a:effectLst/>
                        </a:rPr>
                        <a:t>Validated transaction</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u="none" strike="noStrike" dirty="0" err="1">
                          <a:effectLst/>
                        </a:rPr>
                        <a:t>TransactionInput</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u="none" strike="noStrike" dirty="0">
                          <a:effectLst/>
                        </a:rPr>
                        <a:t>Filter 1 → Filter 2</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23704136"/>
                  </a:ext>
                </a:extLst>
              </a:tr>
              <a:tr h="560832">
                <a:tc>
                  <a:txBody>
                    <a:bodyPr/>
                    <a:lstStyle/>
                    <a:p>
                      <a:pPr algn="l" fontAlgn="b">
                        <a:buNone/>
                      </a:pPr>
                      <a:r>
                        <a:rPr lang="en-IN" sz="1800" u="none" strike="noStrike">
                          <a:effectLst/>
                        </a:rPr>
                        <a:t>Pipe 2</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u="none" strike="noStrike">
                          <a:effectLst/>
                        </a:rPr>
                        <a:t>Numeric feature array</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u="none" strike="noStrike" dirty="0" err="1">
                          <a:effectLst/>
                        </a:rPr>
                        <a:t>np.ndarray</a:t>
                      </a:r>
                      <a:r>
                        <a:rPr lang="en-IN" sz="1800" u="none" strike="noStrike" dirty="0">
                          <a:effectLst/>
                        </a:rPr>
                        <a:t> (1, 4)</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u="none" strike="noStrike">
                          <a:effectLst/>
                        </a:rPr>
                        <a:t>Filter 2 → Filter 3</a:t>
                      </a:r>
                      <a:endParaRPr lang="en-IN"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89678485"/>
                  </a:ext>
                </a:extLst>
              </a:tr>
              <a:tr h="560832">
                <a:tc>
                  <a:txBody>
                    <a:bodyPr/>
                    <a:lstStyle/>
                    <a:p>
                      <a:pPr algn="l" fontAlgn="b">
                        <a:buNone/>
                      </a:pPr>
                      <a:r>
                        <a:rPr lang="en-IN" sz="1800" u="none" strike="noStrike">
                          <a:effectLst/>
                        </a:rPr>
                        <a:t>Pipe 3</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u="none" strike="noStrike">
                          <a:effectLst/>
                        </a:rPr>
                        <a:t>Prediction + probability</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u="none" strike="noStrike">
                          <a:effectLst/>
                        </a:rPr>
                        <a:t>(bool, float)</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u="none" strike="noStrike" dirty="0">
                          <a:effectLst/>
                        </a:rPr>
                        <a:t>Filter 3 → Filter 4</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71235253"/>
                  </a:ext>
                </a:extLst>
              </a:tr>
              <a:tr h="560832">
                <a:tc>
                  <a:txBody>
                    <a:bodyPr/>
                    <a:lstStyle/>
                    <a:p>
                      <a:pPr algn="l" fontAlgn="b">
                        <a:buNone/>
                      </a:pPr>
                      <a:r>
                        <a:rPr lang="en-IN" sz="1800" u="none" strike="noStrike">
                          <a:effectLst/>
                        </a:rPr>
                        <a:t>Pipe 4</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u="none" strike="noStrike">
                          <a:effectLst/>
                        </a:rPr>
                        <a:t>Structured API response</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u="none" strike="noStrike">
                          <a:effectLst/>
                        </a:rPr>
                        <a:t>PredictionResult</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800" u="none" strike="noStrike" dirty="0">
                          <a:effectLst/>
                        </a:rPr>
                        <a:t>Filter 4 → HTTP caller</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57567870"/>
                  </a:ext>
                </a:extLst>
              </a:tr>
            </a:tbl>
          </a:graphicData>
        </a:graphic>
      </p:graphicFrame>
    </p:spTree>
    <p:extLst>
      <p:ext uri="{BB962C8B-B14F-4D97-AF65-F5344CB8AC3E}">
        <p14:creationId xmlns:p14="http://schemas.microsoft.com/office/powerpoint/2010/main" val="4051090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6DBB2-9CBD-0CE2-D6D1-D1A82A96FECF}"/>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D164F7A-90F6-6CAB-EBCD-300A4D5F2EAA}"/>
              </a:ext>
            </a:extLst>
          </p:cNvPr>
          <p:cNvSpPr/>
          <p:nvPr/>
        </p:nvSpPr>
        <p:spPr>
          <a:xfrm>
            <a:off x="457200" y="374904"/>
            <a:ext cx="8229600" cy="640080"/>
          </a:xfrm>
          <a:prstGeom prst="rect">
            <a:avLst/>
          </a:prstGeom>
          <a:noFill/>
          <a:ln/>
        </p:spPr>
        <p:txBody>
          <a:bodyPr wrap="square" lIns="0" tIns="0" rIns="0" bIns="0" rtlCol="0" anchor="ctr"/>
          <a:lstStyle/>
          <a:p>
            <a:pPr marL="0" indent="0">
              <a:buNone/>
            </a:pPr>
            <a:r>
              <a:rPr lang="en-US" sz="2600" b="1" dirty="0">
                <a:solidFill>
                  <a:srgbClr val="1E293B"/>
                </a:solidFill>
              </a:rPr>
              <a:t>Pipe-and-filter</a:t>
            </a:r>
            <a:endParaRPr lang="en-US" sz="2600" dirty="0"/>
          </a:p>
        </p:txBody>
      </p:sp>
      <p:sp>
        <p:nvSpPr>
          <p:cNvPr id="5" name="Text 3">
            <a:extLst>
              <a:ext uri="{FF2B5EF4-FFF2-40B4-BE49-F238E27FC236}">
                <a16:creationId xmlns:a16="http://schemas.microsoft.com/office/drawing/2014/main" id="{7C0765E6-ECAC-402E-BC63-60493AAEE6E3}"/>
              </a:ext>
            </a:extLst>
          </p:cNvPr>
          <p:cNvSpPr/>
          <p:nvPr/>
        </p:nvSpPr>
        <p:spPr>
          <a:xfrm>
            <a:off x="448056" y="1152144"/>
            <a:ext cx="8229600" cy="3084576"/>
          </a:xfrm>
          <a:prstGeom prst="rect">
            <a:avLst/>
          </a:prstGeom>
          <a:noFill/>
          <a:ln/>
        </p:spPr>
        <p:txBody>
          <a:bodyPr wrap="square" lIns="0" tIns="0" rIns="0" bIns="0" rtlCol="0" anchor="ctr"/>
          <a:lstStyle/>
          <a:p>
            <a:pPr marL="0" indent="0">
              <a:buNone/>
            </a:pPr>
            <a:endParaRPr lang="en-US" sz="1100" dirty="0"/>
          </a:p>
        </p:txBody>
      </p:sp>
      <p:graphicFrame>
        <p:nvGraphicFramePr>
          <p:cNvPr id="2" name="Table 1">
            <a:extLst>
              <a:ext uri="{FF2B5EF4-FFF2-40B4-BE49-F238E27FC236}">
                <a16:creationId xmlns:a16="http://schemas.microsoft.com/office/drawing/2014/main" id="{A5A53398-E442-BBA0-8A8C-DCDEE781D16E}"/>
              </a:ext>
            </a:extLst>
          </p:cNvPr>
          <p:cNvGraphicFramePr>
            <a:graphicFrameLocks noGrp="1"/>
          </p:cNvGraphicFramePr>
          <p:nvPr>
            <p:extLst>
              <p:ext uri="{D42A27DB-BD31-4B8C-83A1-F6EECF244321}">
                <p14:modId xmlns:p14="http://schemas.microsoft.com/office/powerpoint/2010/main" val="186891029"/>
              </p:ext>
            </p:extLst>
          </p:nvPr>
        </p:nvGraphicFramePr>
        <p:xfrm>
          <a:off x="548640" y="1292352"/>
          <a:ext cx="7884161" cy="3029712"/>
        </p:xfrm>
        <a:graphic>
          <a:graphicData uri="http://schemas.openxmlformats.org/drawingml/2006/table">
            <a:tbl>
              <a:tblPr>
                <a:tableStyleId>{3C2FFA5D-87B4-456A-9821-1D502468CF0F}</a:tableStyleId>
              </a:tblPr>
              <a:tblGrid>
                <a:gridCol w="589280">
                  <a:extLst>
                    <a:ext uri="{9D8B030D-6E8A-4147-A177-3AD203B41FA5}">
                      <a16:colId xmlns:a16="http://schemas.microsoft.com/office/drawing/2014/main" val="1109454465"/>
                    </a:ext>
                  </a:extLst>
                </a:gridCol>
                <a:gridCol w="2428240">
                  <a:extLst>
                    <a:ext uri="{9D8B030D-6E8A-4147-A177-3AD203B41FA5}">
                      <a16:colId xmlns:a16="http://schemas.microsoft.com/office/drawing/2014/main" val="3062782667"/>
                    </a:ext>
                  </a:extLst>
                </a:gridCol>
                <a:gridCol w="2971411">
                  <a:extLst>
                    <a:ext uri="{9D8B030D-6E8A-4147-A177-3AD203B41FA5}">
                      <a16:colId xmlns:a16="http://schemas.microsoft.com/office/drawing/2014/main" val="3614499783"/>
                    </a:ext>
                  </a:extLst>
                </a:gridCol>
                <a:gridCol w="1895230">
                  <a:extLst>
                    <a:ext uri="{9D8B030D-6E8A-4147-A177-3AD203B41FA5}">
                      <a16:colId xmlns:a16="http://schemas.microsoft.com/office/drawing/2014/main" val="2431138300"/>
                    </a:ext>
                  </a:extLst>
                </a:gridCol>
              </a:tblGrid>
              <a:tr h="560832">
                <a:tc>
                  <a:txBody>
                    <a:bodyPr/>
                    <a:lstStyle/>
                    <a:p>
                      <a:pPr algn="l" fontAlgn="b">
                        <a:buNone/>
                      </a:pPr>
                      <a:endParaRPr lang="en-IN" sz="20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2000" b="1" i="0" u="none" strike="noStrike" dirty="0">
                          <a:solidFill>
                            <a:srgbClr val="000000"/>
                          </a:solidFill>
                          <a:effectLst/>
                          <a:latin typeface="Calibri" panose="020F0502020204030204" pitchFamily="34" charset="0"/>
                        </a:rPr>
                        <a:t>Function</a:t>
                      </a:r>
                    </a:p>
                  </a:txBody>
                  <a:tcPr marL="7620" marR="7620" marT="7620" marB="0" anchor="b"/>
                </a:tc>
                <a:tc>
                  <a:txBody>
                    <a:bodyPr/>
                    <a:lstStyle/>
                    <a:p>
                      <a:pPr algn="l" fontAlgn="b">
                        <a:buNone/>
                      </a:pPr>
                      <a:r>
                        <a:rPr lang="en-IN" sz="2000" b="1" i="0" u="none" strike="noStrike" dirty="0">
                          <a:solidFill>
                            <a:srgbClr val="000000"/>
                          </a:solidFill>
                          <a:effectLst/>
                          <a:latin typeface="Calibri" panose="020F0502020204030204" pitchFamily="34" charset="0"/>
                        </a:rPr>
                        <a:t>Responsibility</a:t>
                      </a:r>
                    </a:p>
                  </a:txBody>
                  <a:tcPr marL="7620" marR="7620" marT="7620" marB="0" anchor="b"/>
                </a:tc>
                <a:tc>
                  <a:txBody>
                    <a:bodyPr/>
                    <a:lstStyle/>
                    <a:p>
                      <a:pPr algn="l" fontAlgn="b">
                        <a:buNone/>
                      </a:pPr>
                      <a:r>
                        <a:rPr lang="en-IN" sz="2000" b="1" i="0" u="none" strike="noStrike" dirty="0">
                          <a:solidFill>
                            <a:srgbClr val="000000"/>
                          </a:solidFill>
                          <a:effectLst/>
                          <a:latin typeface="Calibri" panose="020F0502020204030204" pitchFamily="34" charset="0"/>
                        </a:rPr>
                        <a:t>Quality attribute</a:t>
                      </a:r>
                    </a:p>
                  </a:txBody>
                  <a:tcPr marL="7620" marR="7620" marT="7620" marB="0" anchor="b"/>
                </a:tc>
                <a:extLst>
                  <a:ext uri="{0D108BD9-81ED-4DB2-BD59-A6C34878D82A}">
                    <a16:rowId xmlns:a16="http://schemas.microsoft.com/office/drawing/2014/main" val="2383893246"/>
                  </a:ext>
                </a:extLst>
              </a:tr>
              <a:tr h="560832">
                <a:tc>
                  <a:txBody>
                    <a:bodyPr/>
                    <a:lstStyle/>
                    <a:p>
                      <a:pPr algn="r" fontAlgn="b">
                        <a:buNone/>
                      </a:pPr>
                      <a:r>
                        <a:rPr lang="en-IN" sz="2000" b="0" i="0" u="none" strike="noStrike">
                          <a:solidFill>
                            <a:srgbClr val="000000"/>
                          </a:solidFill>
                          <a:effectLst/>
                          <a:latin typeface="Calibri" panose="020F0502020204030204" pitchFamily="34" charset="0"/>
                        </a:rPr>
                        <a:t>1</a:t>
                      </a:r>
                    </a:p>
                  </a:txBody>
                  <a:tcPr marL="7620" marR="7620" marT="7620" marB="0" anchor="b"/>
                </a:tc>
                <a:tc>
                  <a:txBody>
                    <a:bodyPr/>
                    <a:lstStyle/>
                    <a:p>
                      <a:pPr algn="l" fontAlgn="b">
                        <a:buNone/>
                      </a:pPr>
                      <a:r>
                        <a:rPr lang="en-IN" sz="2000" b="0" i="0" u="none" strike="noStrike">
                          <a:solidFill>
                            <a:srgbClr val="000000"/>
                          </a:solidFill>
                          <a:effectLst/>
                          <a:latin typeface="Calibri" panose="020F0502020204030204" pitchFamily="34" charset="0"/>
                        </a:rPr>
                        <a:t>validate_input()</a:t>
                      </a:r>
                    </a:p>
                  </a:txBody>
                  <a:tcPr marL="7620" marR="7620" marT="7620" marB="0" anchor="b"/>
                </a:tc>
                <a:tc>
                  <a:txBody>
                    <a:bodyPr/>
                    <a:lstStyle/>
                    <a:p>
                      <a:pPr algn="l" fontAlgn="b">
                        <a:buNone/>
                      </a:pPr>
                      <a:r>
                        <a:rPr lang="en-US" sz="2000" b="0" i="0" u="none" strike="noStrike">
                          <a:solidFill>
                            <a:srgbClr val="000000"/>
                          </a:solidFill>
                          <a:effectLst/>
                          <a:latin typeface="Calibri" panose="020F0502020204030204" pitchFamily="34" charset="0"/>
                        </a:rPr>
                        <a:t>Business-rule checks on raw input</a:t>
                      </a:r>
                    </a:p>
                  </a:txBody>
                  <a:tcPr marL="7620" marR="7620" marT="7620" marB="0" anchor="b"/>
                </a:tc>
                <a:tc>
                  <a:txBody>
                    <a:bodyPr/>
                    <a:lstStyle/>
                    <a:p>
                      <a:pPr algn="l" fontAlgn="b">
                        <a:buNone/>
                      </a:pPr>
                      <a:r>
                        <a:rPr lang="en-IN" sz="2000" b="0" i="0" u="none" strike="noStrike">
                          <a:solidFill>
                            <a:srgbClr val="000000"/>
                          </a:solidFill>
                          <a:effectLst/>
                          <a:latin typeface="Calibri" panose="020F0502020204030204" pitchFamily="34" charset="0"/>
                        </a:rPr>
                        <a:t>Robustness</a:t>
                      </a:r>
                    </a:p>
                  </a:txBody>
                  <a:tcPr marL="7620" marR="7620" marT="7620" marB="0" anchor="b"/>
                </a:tc>
                <a:extLst>
                  <a:ext uri="{0D108BD9-81ED-4DB2-BD59-A6C34878D82A}">
                    <a16:rowId xmlns:a16="http://schemas.microsoft.com/office/drawing/2014/main" val="3423704136"/>
                  </a:ext>
                </a:extLst>
              </a:tr>
              <a:tr h="560832">
                <a:tc>
                  <a:txBody>
                    <a:bodyPr/>
                    <a:lstStyle/>
                    <a:p>
                      <a:pPr algn="r" fontAlgn="b">
                        <a:buNone/>
                      </a:pPr>
                      <a:r>
                        <a:rPr lang="en-IN" sz="2000" b="0" i="0" u="none" strike="noStrike">
                          <a:solidFill>
                            <a:srgbClr val="000000"/>
                          </a:solidFill>
                          <a:effectLst/>
                          <a:latin typeface="Calibri" panose="020F0502020204030204" pitchFamily="34" charset="0"/>
                        </a:rPr>
                        <a:t>2</a:t>
                      </a:r>
                    </a:p>
                  </a:txBody>
                  <a:tcPr marL="7620" marR="7620" marT="7620" marB="0" anchor="b"/>
                </a:tc>
                <a:tc>
                  <a:txBody>
                    <a:bodyPr/>
                    <a:lstStyle/>
                    <a:p>
                      <a:pPr algn="l" fontAlgn="b">
                        <a:buNone/>
                      </a:pPr>
                      <a:r>
                        <a:rPr lang="en-IN" sz="2000" b="0" i="0" u="none" strike="noStrike" dirty="0" err="1">
                          <a:solidFill>
                            <a:srgbClr val="000000"/>
                          </a:solidFill>
                          <a:effectLst/>
                          <a:latin typeface="Calibri" panose="020F0502020204030204" pitchFamily="34" charset="0"/>
                        </a:rPr>
                        <a:t>extract_features</a:t>
                      </a:r>
                      <a:r>
                        <a:rPr lang="en-IN" sz="2000" b="0" i="0" u="none" strike="noStrike" dirty="0">
                          <a:solidFill>
                            <a:srgbClr val="000000"/>
                          </a:solidFill>
                          <a:effectLst/>
                          <a:latin typeface="Calibri" panose="020F0502020204030204" pitchFamily="34" charset="0"/>
                        </a:rPr>
                        <a:t>()</a:t>
                      </a:r>
                    </a:p>
                  </a:txBody>
                  <a:tcPr marL="7620" marR="7620" marT="7620" marB="0" anchor="b"/>
                </a:tc>
                <a:tc>
                  <a:txBody>
                    <a:bodyPr/>
                    <a:lstStyle/>
                    <a:p>
                      <a:pPr algn="l" fontAlgn="b">
                        <a:buNone/>
                      </a:pPr>
                      <a:r>
                        <a:rPr lang="en-IN" sz="2000" b="0" i="0" u="none" strike="noStrike">
                          <a:solidFill>
                            <a:srgbClr val="000000"/>
                          </a:solidFill>
                          <a:effectLst/>
                          <a:latin typeface="Calibri" panose="020F0502020204030204" pitchFamily="34" charset="0"/>
                        </a:rPr>
                        <a:t>Encode + order model inputs</a:t>
                      </a:r>
                    </a:p>
                  </a:txBody>
                  <a:tcPr marL="7620" marR="7620" marT="7620" marB="0" anchor="b"/>
                </a:tc>
                <a:tc>
                  <a:txBody>
                    <a:bodyPr/>
                    <a:lstStyle/>
                    <a:p>
                      <a:pPr algn="l" fontAlgn="b">
                        <a:buNone/>
                      </a:pPr>
                      <a:r>
                        <a:rPr lang="en-IN" sz="2000" b="0" i="0" u="none" strike="noStrike" dirty="0">
                          <a:solidFill>
                            <a:srgbClr val="000000"/>
                          </a:solidFill>
                          <a:effectLst/>
                          <a:latin typeface="Calibri" panose="020F0502020204030204" pitchFamily="34" charset="0"/>
                        </a:rPr>
                        <a:t>Maintainability</a:t>
                      </a:r>
                    </a:p>
                  </a:txBody>
                  <a:tcPr marL="7620" marR="7620" marT="7620" marB="0" anchor="b"/>
                </a:tc>
                <a:extLst>
                  <a:ext uri="{0D108BD9-81ED-4DB2-BD59-A6C34878D82A}">
                    <a16:rowId xmlns:a16="http://schemas.microsoft.com/office/drawing/2014/main" val="1589678485"/>
                  </a:ext>
                </a:extLst>
              </a:tr>
              <a:tr h="560832">
                <a:tc>
                  <a:txBody>
                    <a:bodyPr/>
                    <a:lstStyle/>
                    <a:p>
                      <a:pPr algn="r" fontAlgn="b">
                        <a:buNone/>
                      </a:pPr>
                      <a:r>
                        <a:rPr lang="en-IN" sz="2000" b="0" i="0" u="none" strike="noStrike">
                          <a:solidFill>
                            <a:srgbClr val="000000"/>
                          </a:solidFill>
                          <a:effectLst/>
                          <a:latin typeface="Calibri" panose="020F0502020204030204" pitchFamily="34" charset="0"/>
                        </a:rPr>
                        <a:t>3</a:t>
                      </a:r>
                    </a:p>
                  </a:txBody>
                  <a:tcPr marL="7620" marR="7620" marT="7620" marB="0" anchor="b"/>
                </a:tc>
                <a:tc>
                  <a:txBody>
                    <a:bodyPr/>
                    <a:lstStyle/>
                    <a:p>
                      <a:pPr algn="l" fontAlgn="b">
                        <a:buNone/>
                      </a:pPr>
                      <a:r>
                        <a:rPr lang="en-IN" sz="2000" b="0" i="0" u="none" strike="noStrike" dirty="0" err="1">
                          <a:solidFill>
                            <a:srgbClr val="000000"/>
                          </a:solidFill>
                          <a:effectLst/>
                          <a:latin typeface="Calibri" panose="020F0502020204030204" pitchFamily="34" charset="0"/>
                        </a:rPr>
                        <a:t>run_model</a:t>
                      </a:r>
                      <a:r>
                        <a:rPr lang="en-IN" sz="2000" b="0" i="0" u="none" strike="noStrike" dirty="0">
                          <a:solidFill>
                            <a:srgbClr val="000000"/>
                          </a:solidFill>
                          <a:effectLst/>
                          <a:latin typeface="Calibri" panose="020F0502020204030204" pitchFamily="34" charset="0"/>
                        </a:rPr>
                        <a:t>()</a:t>
                      </a:r>
                    </a:p>
                  </a:txBody>
                  <a:tcPr marL="7620" marR="7620" marT="7620" marB="0" anchor="b"/>
                </a:tc>
                <a:tc>
                  <a:txBody>
                    <a:bodyPr/>
                    <a:lstStyle/>
                    <a:p>
                      <a:pPr algn="l" fontAlgn="b">
                        <a:buNone/>
                      </a:pPr>
                      <a:r>
                        <a:rPr lang="en-IN" sz="2000" b="0" i="0" u="none" strike="noStrike" dirty="0">
                          <a:solidFill>
                            <a:srgbClr val="000000"/>
                          </a:solidFill>
                          <a:effectLst/>
                          <a:latin typeface="Calibri" panose="020F0502020204030204" pitchFamily="34" charset="0"/>
                        </a:rPr>
                        <a:t>Run </a:t>
                      </a:r>
                      <a:r>
                        <a:rPr lang="en-IN" sz="2000" b="0" i="0" u="none" strike="noStrike" dirty="0" err="1">
                          <a:solidFill>
                            <a:srgbClr val="000000"/>
                          </a:solidFill>
                          <a:effectLst/>
                          <a:latin typeface="Calibri" panose="020F0502020204030204" pitchFamily="34" charset="0"/>
                        </a:rPr>
                        <a:t>RandomForest</a:t>
                      </a:r>
                      <a:r>
                        <a:rPr lang="en-IN" sz="2000" b="0" i="0" u="none" strike="noStrike" dirty="0">
                          <a:solidFill>
                            <a:srgbClr val="000000"/>
                          </a:solidFill>
                          <a:effectLst/>
                          <a:latin typeface="Calibri" panose="020F0502020204030204" pitchFamily="34" charset="0"/>
                        </a:rPr>
                        <a:t>, return probability</a:t>
                      </a:r>
                    </a:p>
                  </a:txBody>
                  <a:tcPr marL="7620" marR="7620" marT="7620" marB="0" anchor="b"/>
                </a:tc>
                <a:tc>
                  <a:txBody>
                    <a:bodyPr/>
                    <a:lstStyle/>
                    <a:p>
                      <a:pPr algn="l" fontAlgn="b">
                        <a:buNone/>
                      </a:pPr>
                      <a:r>
                        <a:rPr lang="en-IN" sz="2000" b="0" i="0" u="none" strike="noStrike">
                          <a:solidFill>
                            <a:srgbClr val="000000"/>
                          </a:solidFill>
                          <a:effectLst/>
                          <a:latin typeface="Calibri" panose="020F0502020204030204" pitchFamily="34" charset="0"/>
                        </a:rPr>
                        <a:t>Performance</a:t>
                      </a:r>
                    </a:p>
                  </a:txBody>
                  <a:tcPr marL="7620" marR="7620" marT="7620" marB="0" anchor="b"/>
                </a:tc>
                <a:extLst>
                  <a:ext uri="{0D108BD9-81ED-4DB2-BD59-A6C34878D82A}">
                    <a16:rowId xmlns:a16="http://schemas.microsoft.com/office/drawing/2014/main" val="1971235253"/>
                  </a:ext>
                </a:extLst>
              </a:tr>
              <a:tr h="560832">
                <a:tc>
                  <a:txBody>
                    <a:bodyPr/>
                    <a:lstStyle/>
                    <a:p>
                      <a:pPr algn="r" fontAlgn="b">
                        <a:buNone/>
                      </a:pPr>
                      <a:r>
                        <a:rPr lang="en-IN" sz="2000" b="0" i="0" u="none" strike="noStrike">
                          <a:solidFill>
                            <a:srgbClr val="000000"/>
                          </a:solidFill>
                          <a:effectLst/>
                          <a:latin typeface="Calibri" panose="020F0502020204030204" pitchFamily="34" charset="0"/>
                        </a:rPr>
                        <a:t>4</a:t>
                      </a:r>
                    </a:p>
                  </a:txBody>
                  <a:tcPr marL="7620" marR="7620" marT="7620" marB="0" anchor="b"/>
                </a:tc>
                <a:tc>
                  <a:txBody>
                    <a:bodyPr/>
                    <a:lstStyle/>
                    <a:p>
                      <a:pPr algn="l" fontAlgn="b">
                        <a:buNone/>
                      </a:pPr>
                      <a:r>
                        <a:rPr lang="en-IN" sz="2000" b="0" i="0" u="none" strike="noStrike">
                          <a:solidFill>
                            <a:srgbClr val="000000"/>
                          </a:solidFill>
                          <a:effectLst/>
                          <a:latin typeface="Calibri" panose="020F0502020204030204" pitchFamily="34" charset="0"/>
                        </a:rPr>
                        <a:t>format_response()</a:t>
                      </a:r>
                    </a:p>
                  </a:txBody>
                  <a:tcPr marL="7620" marR="7620" marT="7620" marB="0" anchor="b"/>
                </a:tc>
                <a:tc>
                  <a:txBody>
                    <a:bodyPr/>
                    <a:lstStyle/>
                    <a:p>
                      <a:pPr algn="l" fontAlgn="b">
                        <a:buNone/>
                      </a:pPr>
                      <a:r>
                        <a:rPr lang="en-US" sz="2000" b="0" i="0" u="none" strike="noStrike" dirty="0">
                          <a:solidFill>
                            <a:srgbClr val="000000"/>
                          </a:solidFill>
                          <a:effectLst/>
                          <a:latin typeface="Calibri" panose="020F0502020204030204" pitchFamily="34" charset="0"/>
                        </a:rPr>
                        <a:t>Apply risk tiers, build API schema</a:t>
                      </a:r>
                    </a:p>
                  </a:txBody>
                  <a:tcPr marL="7620" marR="7620" marT="7620" marB="0" anchor="b"/>
                </a:tc>
                <a:tc>
                  <a:txBody>
                    <a:bodyPr/>
                    <a:lstStyle/>
                    <a:p>
                      <a:pPr algn="l" fontAlgn="b">
                        <a:buNone/>
                      </a:pPr>
                      <a:r>
                        <a:rPr lang="en-IN" sz="2000" b="0" i="0" u="none" strike="noStrike" dirty="0">
                          <a:solidFill>
                            <a:srgbClr val="000000"/>
                          </a:solidFill>
                          <a:effectLst/>
                          <a:latin typeface="Calibri" panose="020F0502020204030204" pitchFamily="34" charset="0"/>
                        </a:rPr>
                        <a:t>Reliability </a:t>
                      </a:r>
                    </a:p>
                  </a:txBody>
                  <a:tcPr marL="7620" marR="7620" marT="7620" marB="0" anchor="b"/>
                </a:tc>
                <a:extLst>
                  <a:ext uri="{0D108BD9-81ED-4DB2-BD59-A6C34878D82A}">
                    <a16:rowId xmlns:a16="http://schemas.microsoft.com/office/drawing/2014/main" val="457567870"/>
                  </a:ext>
                </a:extLst>
              </a:tr>
            </a:tbl>
          </a:graphicData>
        </a:graphic>
      </p:graphicFrame>
    </p:spTree>
    <p:extLst>
      <p:ext uri="{BB962C8B-B14F-4D97-AF65-F5344CB8AC3E}">
        <p14:creationId xmlns:p14="http://schemas.microsoft.com/office/powerpoint/2010/main" val="4102453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Text 2"/>
          <p:cNvSpPr/>
          <p:nvPr/>
        </p:nvSpPr>
        <p:spPr>
          <a:xfrm>
            <a:off x="457200" y="434340"/>
            <a:ext cx="8229600" cy="640080"/>
          </a:xfrm>
          <a:prstGeom prst="rect">
            <a:avLst/>
          </a:prstGeom>
          <a:noFill/>
          <a:ln/>
        </p:spPr>
        <p:txBody>
          <a:bodyPr wrap="square" lIns="0" tIns="0" rIns="0" bIns="0" rtlCol="0" anchor="ctr"/>
          <a:lstStyle/>
          <a:p>
            <a:pPr marL="0" indent="0">
              <a:buNone/>
            </a:pPr>
            <a:r>
              <a:rPr lang="en-US" sz="2800" b="1" dirty="0">
                <a:latin typeface="Calibri" pitchFamily="34" charset="0"/>
                <a:ea typeface="Calibri" pitchFamily="34" charset="-122"/>
                <a:cs typeface="Calibri" pitchFamily="34" charset="-120"/>
              </a:rPr>
              <a:t>pytest tests grouped by quality attribute</a:t>
            </a:r>
            <a:endParaRPr lang="en-US" sz="2800" dirty="0"/>
          </a:p>
        </p:txBody>
      </p:sp>
      <p:sp>
        <p:nvSpPr>
          <p:cNvPr id="5" name="Shape 3"/>
          <p:cNvSpPr/>
          <p:nvPr/>
        </p:nvSpPr>
        <p:spPr>
          <a:xfrm>
            <a:off x="457200" y="1155519"/>
            <a:ext cx="3931920" cy="1600200"/>
          </a:xfrm>
          <a:prstGeom prst="rect">
            <a:avLst/>
          </a:prstGeom>
          <a:solidFill>
            <a:srgbClr val="232942"/>
          </a:solidFill>
          <a:ln w="12700">
            <a:solidFill>
              <a:srgbClr val="232942"/>
            </a:solidFill>
            <a:prstDash val="solid"/>
          </a:ln>
        </p:spPr>
        <p:txBody>
          <a:bodyPr/>
          <a:lstStyle/>
          <a:p>
            <a:endParaRPr lang="en-IN"/>
          </a:p>
        </p:txBody>
      </p:sp>
      <p:sp>
        <p:nvSpPr>
          <p:cNvPr id="6" name="Shape 4"/>
          <p:cNvSpPr/>
          <p:nvPr/>
        </p:nvSpPr>
        <p:spPr>
          <a:xfrm>
            <a:off x="457200" y="1155519"/>
            <a:ext cx="3931920" cy="365760"/>
          </a:xfrm>
          <a:prstGeom prst="rect">
            <a:avLst/>
          </a:prstGeom>
          <a:solidFill>
            <a:srgbClr val="EF4444"/>
          </a:solidFill>
          <a:ln w="12700">
            <a:solidFill>
              <a:srgbClr val="EF4444"/>
            </a:solidFill>
            <a:prstDash val="solid"/>
          </a:ln>
        </p:spPr>
        <p:txBody>
          <a:bodyPr/>
          <a:lstStyle/>
          <a:p>
            <a:endParaRPr lang="en-IN"/>
          </a:p>
        </p:txBody>
      </p:sp>
      <p:sp>
        <p:nvSpPr>
          <p:cNvPr id="7" name="Text 5"/>
          <p:cNvSpPr/>
          <p:nvPr/>
        </p:nvSpPr>
        <p:spPr>
          <a:xfrm>
            <a:off x="566928" y="1155519"/>
            <a:ext cx="3749040" cy="365760"/>
          </a:xfrm>
          <a:prstGeom prst="rect">
            <a:avLst/>
          </a:prstGeom>
          <a:noFill/>
          <a:ln/>
        </p:spPr>
        <p:txBody>
          <a:bodyPr wrap="square" lIns="0" tIns="0" rIns="0" bIns="0" rtlCol="0" anchor="ctr"/>
          <a:lstStyle/>
          <a:p>
            <a:pPr marL="0" indent="0">
              <a:buNone/>
            </a:pPr>
            <a:r>
              <a:rPr lang="en-US" sz="1200" b="1" dirty="0">
                <a:solidFill>
                  <a:srgbClr val="FFFFFF"/>
                </a:solidFill>
              </a:rPr>
              <a:t>QA: Robustness</a:t>
            </a:r>
            <a:endParaRPr lang="en-US" sz="1200" dirty="0"/>
          </a:p>
        </p:txBody>
      </p:sp>
      <p:sp>
        <p:nvSpPr>
          <p:cNvPr id="8" name="Text 6"/>
          <p:cNvSpPr/>
          <p:nvPr/>
        </p:nvSpPr>
        <p:spPr>
          <a:xfrm>
            <a:off x="566928" y="1612719"/>
            <a:ext cx="3657600" cy="256032"/>
          </a:xfrm>
          <a:prstGeom prst="rect">
            <a:avLst/>
          </a:prstGeom>
          <a:noFill/>
          <a:ln/>
        </p:spPr>
        <p:txBody>
          <a:bodyPr wrap="square" lIns="0" tIns="0" rIns="0" bIns="0" rtlCol="0" anchor="ctr"/>
          <a:lstStyle/>
          <a:p>
            <a:pPr marL="0" indent="0">
              <a:buNone/>
            </a:pPr>
            <a:r>
              <a:rPr lang="en-US" sz="1050" dirty="0">
                <a:solidFill>
                  <a:srgbClr val="EF4444"/>
                </a:solidFill>
                <a:latin typeface="Consolas" pitchFamily="34" charset="0"/>
                <a:ea typeface="Consolas" pitchFamily="34" charset="-122"/>
                <a:cs typeface="Consolas" pitchFamily="34" charset="-120"/>
              </a:rPr>
              <a:t>class TestRobustness:</a:t>
            </a:r>
            <a:endParaRPr lang="en-US" sz="1050" dirty="0"/>
          </a:p>
        </p:txBody>
      </p:sp>
      <p:sp>
        <p:nvSpPr>
          <p:cNvPr id="9" name="Text 7"/>
          <p:cNvSpPr/>
          <p:nvPr/>
        </p:nvSpPr>
        <p:spPr>
          <a:xfrm>
            <a:off x="566928" y="1887039"/>
            <a:ext cx="3657600" cy="256032"/>
          </a:xfrm>
          <a:prstGeom prst="rect">
            <a:avLst/>
          </a:prstGeom>
          <a:noFill/>
          <a:ln/>
        </p:spPr>
        <p:txBody>
          <a:bodyPr wrap="square" lIns="0" tIns="0" rIns="0" bIns="0" rtlCol="0" anchor="ctr"/>
          <a:lstStyle/>
          <a:p>
            <a:pPr marL="0" indent="0">
              <a:buNone/>
            </a:pPr>
            <a:r>
              <a:rPr lang="en-US" sz="1000" dirty="0">
                <a:solidFill>
                  <a:srgbClr val="8892B0"/>
                </a:solidFill>
                <a:latin typeface="Consolas" pitchFamily="34" charset="0"/>
                <a:ea typeface="Consolas" pitchFamily="34" charset="-122"/>
                <a:cs typeface="Consolas" pitchFamily="34" charset="-120"/>
              </a:rPr>
              <a:t># schema rejects amount=-500</a:t>
            </a:r>
            <a:endParaRPr lang="en-US" sz="1000" dirty="0"/>
          </a:p>
        </p:txBody>
      </p:sp>
      <p:sp>
        <p:nvSpPr>
          <p:cNvPr id="10" name="Shape 8"/>
          <p:cNvSpPr/>
          <p:nvPr/>
        </p:nvSpPr>
        <p:spPr>
          <a:xfrm>
            <a:off x="4663440" y="1155519"/>
            <a:ext cx="3931920" cy="1600200"/>
          </a:xfrm>
          <a:prstGeom prst="rect">
            <a:avLst/>
          </a:prstGeom>
          <a:solidFill>
            <a:srgbClr val="232942"/>
          </a:solidFill>
          <a:ln w="12700">
            <a:solidFill>
              <a:srgbClr val="232942"/>
            </a:solidFill>
            <a:prstDash val="solid"/>
          </a:ln>
        </p:spPr>
        <p:txBody>
          <a:bodyPr/>
          <a:lstStyle/>
          <a:p>
            <a:endParaRPr lang="en-IN"/>
          </a:p>
        </p:txBody>
      </p:sp>
      <p:sp>
        <p:nvSpPr>
          <p:cNvPr id="11" name="Shape 9"/>
          <p:cNvSpPr/>
          <p:nvPr/>
        </p:nvSpPr>
        <p:spPr>
          <a:xfrm>
            <a:off x="4663440" y="1155519"/>
            <a:ext cx="3931920" cy="365760"/>
          </a:xfrm>
          <a:prstGeom prst="rect">
            <a:avLst/>
          </a:prstGeom>
          <a:solidFill>
            <a:srgbClr val="00B4A6"/>
          </a:solidFill>
          <a:ln w="12700">
            <a:solidFill>
              <a:srgbClr val="00B4A6"/>
            </a:solidFill>
            <a:prstDash val="solid"/>
          </a:ln>
        </p:spPr>
        <p:txBody>
          <a:bodyPr/>
          <a:lstStyle/>
          <a:p>
            <a:endParaRPr lang="en-IN"/>
          </a:p>
        </p:txBody>
      </p:sp>
      <p:sp>
        <p:nvSpPr>
          <p:cNvPr id="12" name="Text 10"/>
          <p:cNvSpPr/>
          <p:nvPr/>
        </p:nvSpPr>
        <p:spPr>
          <a:xfrm>
            <a:off x="4773168" y="1155519"/>
            <a:ext cx="3749040" cy="365760"/>
          </a:xfrm>
          <a:prstGeom prst="rect">
            <a:avLst/>
          </a:prstGeom>
          <a:noFill/>
          <a:ln/>
        </p:spPr>
        <p:txBody>
          <a:bodyPr wrap="square" lIns="0" tIns="0" rIns="0" bIns="0" rtlCol="0" anchor="ctr"/>
          <a:lstStyle/>
          <a:p>
            <a:pPr marL="0" indent="0">
              <a:buNone/>
            </a:pPr>
            <a:r>
              <a:rPr lang="en-US" sz="1200" b="1" dirty="0">
                <a:solidFill>
                  <a:srgbClr val="FFFFFF"/>
                </a:solidFill>
              </a:rPr>
              <a:t>QA: Reliability</a:t>
            </a:r>
            <a:endParaRPr lang="en-US" sz="1200" dirty="0"/>
          </a:p>
        </p:txBody>
      </p:sp>
      <p:sp>
        <p:nvSpPr>
          <p:cNvPr id="13" name="Text 11"/>
          <p:cNvSpPr/>
          <p:nvPr/>
        </p:nvSpPr>
        <p:spPr>
          <a:xfrm>
            <a:off x="4773168" y="1612719"/>
            <a:ext cx="3657600" cy="256032"/>
          </a:xfrm>
          <a:prstGeom prst="rect">
            <a:avLst/>
          </a:prstGeom>
          <a:noFill/>
          <a:ln/>
        </p:spPr>
        <p:txBody>
          <a:bodyPr wrap="square" lIns="0" tIns="0" rIns="0" bIns="0" rtlCol="0" anchor="ctr"/>
          <a:lstStyle/>
          <a:p>
            <a:pPr marL="0" indent="0">
              <a:buNone/>
            </a:pPr>
            <a:r>
              <a:rPr lang="en-US" sz="1050" dirty="0">
                <a:solidFill>
                  <a:srgbClr val="00B4A6"/>
                </a:solidFill>
                <a:latin typeface="Consolas" pitchFamily="34" charset="0"/>
                <a:ea typeface="Consolas" pitchFamily="34" charset="-122"/>
                <a:cs typeface="Consolas" pitchFamily="34" charset="-120"/>
              </a:rPr>
              <a:t>class TestReliability:</a:t>
            </a:r>
            <a:endParaRPr lang="en-US" sz="1050" dirty="0"/>
          </a:p>
        </p:txBody>
      </p:sp>
      <p:sp>
        <p:nvSpPr>
          <p:cNvPr id="14" name="Text 12"/>
          <p:cNvSpPr/>
          <p:nvPr/>
        </p:nvSpPr>
        <p:spPr>
          <a:xfrm>
            <a:off x="4773168" y="1887039"/>
            <a:ext cx="3657600" cy="256032"/>
          </a:xfrm>
          <a:prstGeom prst="rect">
            <a:avLst/>
          </a:prstGeom>
          <a:noFill/>
          <a:ln/>
        </p:spPr>
        <p:txBody>
          <a:bodyPr wrap="square" lIns="0" tIns="0" rIns="0" bIns="0" rtlCol="0" anchor="ctr"/>
          <a:lstStyle/>
          <a:p>
            <a:pPr marL="0" indent="0">
              <a:buNone/>
            </a:pPr>
            <a:r>
              <a:rPr lang="en-US" sz="1000" dirty="0">
                <a:solidFill>
                  <a:srgbClr val="8892B0"/>
                </a:solidFill>
                <a:latin typeface="Consolas" pitchFamily="34" charset="0"/>
                <a:ea typeface="Consolas" pitchFamily="34" charset="-122"/>
                <a:cs typeface="Consolas" pitchFamily="34" charset="-120"/>
              </a:rPr>
              <a:t># all outputs are well-formed</a:t>
            </a:r>
            <a:endParaRPr lang="en-US" sz="1000" dirty="0"/>
          </a:p>
        </p:txBody>
      </p:sp>
      <p:sp>
        <p:nvSpPr>
          <p:cNvPr id="15" name="Shape 13"/>
          <p:cNvSpPr/>
          <p:nvPr/>
        </p:nvSpPr>
        <p:spPr>
          <a:xfrm>
            <a:off x="457200" y="2984319"/>
            <a:ext cx="3931920" cy="1600200"/>
          </a:xfrm>
          <a:prstGeom prst="rect">
            <a:avLst/>
          </a:prstGeom>
          <a:solidFill>
            <a:srgbClr val="232942"/>
          </a:solidFill>
          <a:ln w="12700">
            <a:solidFill>
              <a:srgbClr val="232942"/>
            </a:solidFill>
            <a:prstDash val="solid"/>
          </a:ln>
        </p:spPr>
        <p:txBody>
          <a:bodyPr/>
          <a:lstStyle/>
          <a:p>
            <a:endParaRPr lang="en-IN"/>
          </a:p>
        </p:txBody>
      </p:sp>
      <p:sp>
        <p:nvSpPr>
          <p:cNvPr id="16" name="Shape 14"/>
          <p:cNvSpPr/>
          <p:nvPr/>
        </p:nvSpPr>
        <p:spPr>
          <a:xfrm>
            <a:off x="457200" y="2984319"/>
            <a:ext cx="3931920" cy="365760"/>
          </a:xfrm>
          <a:prstGeom prst="rect">
            <a:avLst/>
          </a:prstGeom>
          <a:solidFill>
            <a:srgbClr val="F59E0B"/>
          </a:solidFill>
          <a:ln w="12700">
            <a:solidFill>
              <a:srgbClr val="F59E0B"/>
            </a:solidFill>
            <a:prstDash val="solid"/>
          </a:ln>
        </p:spPr>
        <p:txBody>
          <a:bodyPr/>
          <a:lstStyle/>
          <a:p>
            <a:endParaRPr lang="en-IN"/>
          </a:p>
        </p:txBody>
      </p:sp>
      <p:sp>
        <p:nvSpPr>
          <p:cNvPr id="17" name="Text 15"/>
          <p:cNvSpPr/>
          <p:nvPr/>
        </p:nvSpPr>
        <p:spPr>
          <a:xfrm>
            <a:off x="566928" y="2984319"/>
            <a:ext cx="3749040" cy="365760"/>
          </a:xfrm>
          <a:prstGeom prst="rect">
            <a:avLst/>
          </a:prstGeom>
          <a:noFill/>
          <a:ln/>
        </p:spPr>
        <p:txBody>
          <a:bodyPr wrap="square" lIns="0" tIns="0" rIns="0" bIns="0" rtlCol="0" anchor="ctr"/>
          <a:lstStyle/>
          <a:p>
            <a:pPr marL="0" indent="0">
              <a:buNone/>
            </a:pPr>
            <a:r>
              <a:rPr lang="en-US" sz="1200" b="1" dirty="0">
                <a:solidFill>
                  <a:srgbClr val="FFFFFF"/>
                </a:solidFill>
              </a:rPr>
              <a:t>QA: Performance</a:t>
            </a:r>
            <a:endParaRPr lang="en-US" sz="1200" dirty="0"/>
          </a:p>
        </p:txBody>
      </p:sp>
      <p:sp>
        <p:nvSpPr>
          <p:cNvPr id="18" name="Text 16"/>
          <p:cNvSpPr/>
          <p:nvPr/>
        </p:nvSpPr>
        <p:spPr>
          <a:xfrm>
            <a:off x="566928" y="3441519"/>
            <a:ext cx="3657600" cy="256032"/>
          </a:xfrm>
          <a:prstGeom prst="rect">
            <a:avLst/>
          </a:prstGeom>
          <a:noFill/>
          <a:ln/>
        </p:spPr>
        <p:txBody>
          <a:bodyPr wrap="square" lIns="0" tIns="0" rIns="0" bIns="0" rtlCol="0" anchor="ctr"/>
          <a:lstStyle/>
          <a:p>
            <a:pPr marL="0" indent="0">
              <a:buNone/>
            </a:pPr>
            <a:r>
              <a:rPr lang="en-US" sz="1050" dirty="0">
                <a:solidFill>
                  <a:srgbClr val="F59E0B"/>
                </a:solidFill>
                <a:latin typeface="Consolas" pitchFamily="34" charset="0"/>
                <a:ea typeface="Consolas" pitchFamily="34" charset="-122"/>
                <a:cs typeface="Consolas" pitchFamily="34" charset="-120"/>
              </a:rPr>
              <a:t>class TestPerformance:</a:t>
            </a:r>
            <a:endParaRPr lang="en-US" sz="1050" dirty="0"/>
          </a:p>
        </p:txBody>
      </p:sp>
      <p:sp>
        <p:nvSpPr>
          <p:cNvPr id="19" name="Text 17"/>
          <p:cNvSpPr/>
          <p:nvPr/>
        </p:nvSpPr>
        <p:spPr>
          <a:xfrm>
            <a:off x="566928" y="3715839"/>
            <a:ext cx="3657600" cy="256032"/>
          </a:xfrm>
          <a:prstGeom prst="rect">
            <a:avLst/>
          </a:prstGeom>
          <a:noFill/>
          <a:ln/>
        </p:spPr>
        <p:txBody>
          <a:bodyPr wrap="square" lIns="0" tIns="0" rIns="0" bIns="0" rtlCol="0" anchor="ctr"/>
          <a:lstStyle/>
          <a:p>
            <a:pPr marL="0" indent="0">
              <a:buNone/>
            </a:pPr>
            <a:r>
              <a:rPr lang="en-US" sz="1000" dirty="0">
                <a:solidFill>
                  <a:srgbClr val="8892B0"/>
                </a:solidFill>
                <a:latin typeface="Consolas" pitchFamily="34" charset="0"/>
                <a:ea typeface="Consolas" pitchFamily="34" charset="-122"/>
                <a:cs typeface="Consolas" pitchFamily="34" charset="-120"/>
              </a:rPr>
              <a:t># latency &lt; 200ms</a:t>
            </a:r>
            <a:endParaRPr lang="en-US" sz="1000" dirty="0"/>
          </a:p>
        </p:txBody>
      </p:sp>
      <p:sp>
        <p:nvSpPr>
          <p:cNvPr id="20" name="Shape 18"/>
          <p:cNvSpPr/>
          <p:nvPr/>
        </p:nvSpPr>
        <p:spPr>
          <a:xfrm>
            <a:off x="4663440" y="2984319"/>
            <a:ext cx="3931920" cy="1600200"/>
          </a:xfrm>
          <a:prstGeom prst="rect">
            <a:avLst/>
          </a:prstGeom>
          <a:solidFill>
            <a:srgbClr val="232942"/>
          </a:solidFill>
          <a:ln w="12700">
            <a:solidFill>
              <a:srgbClr val="232942"/>
            </a:solidFill>
            <a:prstDash val="solid"/>
          </a:ln>
        </p:spPr>
        <p:txBody>
          <a:bodyPr/>
          <a:lstStyle/>
          <a:p>
            <a:endParaRPr lang="en-IN"/>
          </a:p>
        </p:txBody>
      </p:sp>
      <p:sp>
        <p:nvSpPr>
          <p:cNvPr id="21" name="Shape 19"/>
          <p:cNvSpPr/>
          <p:nvPr/>
        </p:nvSpPr>
        <p:spPr>
          <a:xfrm>
            <a:off x="4663440" y="2984319"/>
            <a:ext cx="3931920" cy="365760"/>
          </a:xfrm>
          <a:prstGeom prst="rect">
            <a:avLst/>
          </a:prstGeom>
          <a:solidFill>
            <a:srgbClr val="7C3AED"/>
          </a:solidFill>
          <a:ln w="12700">
            <a:solidFill>
              <a:srgbClr val="7C3AED"/>
            </a:solidFill>
            <a:prstDash val="solid"/>
          </a:ln>
        </p:spPr>
        <p:txBody>
          <a:bodyPr/>
          <a:lstStyle/>
          <a:p>
            <a:endParaRPr lang="en-IN"/>
          </a:p>
        </p:txBody>
      </p:sp>
      <p:sp>
        <p:nvSpPr>
          <p:cNvPr id="22" name="Text 20"/>
          <p:cNvSpPr/>
          <p:nvPr/>
        </p:nvSpPr>
        <p:spPr>
          <a:xfrm>
            <a:off x="4773168" y="2984319"/>
            <a:ext cx="3749040" cy="365760"/>
          </a:xfrm>
          <a:prstGeom prst="rect">
            <a:avLst/>
          </a:prstGeom>
          <a:noFill/>
          <a:ln/>
        </p:spPr>
        <p:txBody>
          <a:bodyPr wrap="square" lIns="0" tIns="0" rIns="0" bIns="0" rtlCol="0" anchor="ctr"/>
          <a:lstStyle/>
          <a:p>
            <a:pPr marL="0" indent="0">
              <a:buNone/>
            </a:pPr>
            <a:r>
              <a:rPr lang="en-US" sz="1200" b="1" dirty="0">
                <a:solidFill>
                  <a:srgbClr val="FFFFFF"/>
                </a:solidFill>
              </a:rPr>
              <a:t>QA: Maintainability</a:t>
            </a:r>
            <a:endParaRPr lang="en-US" sz="1200" dirty="0"/>
          </a:p>
        </p:txBody>
      </p:sp>
      <p:sp>
        <p:nvSpPr>
          <p:cNvPr id="23" name="Text 21"/>
          <p:cNvSpPr/>
          <p:nvPr/>
        </p:nvSpPr>
        <p:spPr>
          <a:xfrm>
            <a:off x="4773168" y="3441519"/>
            <a:ext cx="3657600" cy="256032"/>
          </a:xfrm>
          <a:prstGeom prst="rect">
            <a:avLst/>
          </a:prstGeom>
          <a:noFill/>
          <a:ln/>
        </p:spPr>
        <p:txBody>
          <a:bodyPr wrap="square" lIns="0" tIns="0" rIns="0" bIns="0" rtlCol="0" anchor="ctr"/>
          <a:lstStyle/>
          <a:p>
            <a:pPr marL="0" indent="0">
              <a:buNone/>
            </a:pPr>
            <a:r>
              <a:rPr lang="en-US" sz="1050" dirty="0">
                <a:solidFill>
                  <a:srgbClr val="7C3AED"/>
                </a:solidFill>
                <a:latin typeface="Consolas" pitchFamily="34" charset="0"/>
                <a:ea typeface="Consolas" pitchFamily="34" charset="-122"/>
                <a:cs typeface="Consolas" pitchFamily="34" charset="-120"/>
              </a:rPr>
              <a:t>class TestMaintainability:</a:t>
            </a:r>
            <a:endParaRPr lang="en-US" sz="1050" dirty="0"/>
          </a:p>
        </p:txBody>
      </p:sp>
      <p:sp>
        <p:nvSpPr>
          <p:cNvPr id="24" name="Text 22"/>
          <p:cNvSpPr/>
          <p:nvPr/>
        </p:nvSpPr>
        <p:spPr>
          <a:xfrm>
            <a:off x="4773168" y="3715839"/>
            <a:ext cx="3657600" cy="256032"/>
          </a:xfrm>
          <a:prstGeom prst="rect">
            <a:avLst/>
          </a:prstGeom>
          <a:noFill/>
          <a:ln/>
        </p:spPr>
        <p:txBody>
          <a:bodyPr wrap="square" lIns="0" tIns="0" rIns="0" bIns="0" rtlCol="0" anchor="ctr"/>
          <a:lstStyle/>
          <a:p>
            <a:pPr marL="0" indent="0">
              <a:buNone/>
            </a:pPr>
            <a:r>
              <a:rPr lang="en-US" sz="1000" dirty="0">
                <a:solidFill>
                  <a:srgbClr val="8892B0"/>
                </a:solidFill>
                <a:latin typeface="Consolas" pitchFamily="34" charset="0"/>
                <a:ea typeface="Consolas" pitchFamily="34" charset="-122"/>
                <a:cs typeface="Consolas" pitchFamily="34" charset="-120"/>
              </a:rPr>
              <a:t># each pipeline stage isolated</a:t>
            </a:r>
            <a:endParaRPr lang="en-US" sz="1000" dirty="0"/>
          </a:p>
        </p:txBody>
      </p:sp>
      <p:sp>
        <p:nvSpPr>
          <p:cNvPr id="25" name="Text 23"/>
          <p:cNvSpPr/>
          <p:nvPr/>
        </p:nvSpPr>
        <p:spPr>
          <a:xfrm>
            <a:off x="457200" y="4617720"/>
            <a:ext cx="8229600" cy="320040"/>
          </a:xfrm>
          <a:prstGeom prst="rect">
            <a:avLst/>
          </a:prstGeom>
          <a:noFill/>
          <a:ln/>
        </p:spPr>
        <p:txBody>
          <a:bodyPr wrap="square" lIns="0" tIns="0" rIns="0" bIns="0" rtlCol="0" anchor="ctr"/>
          <a:lstStyle/>
          <a:p>
            <a:pPr marL="0" indent="0" algn="ctr">
              <a:buNone/>
            </a:pPr>
            <a:r>
              <a:rPr lang="en-US" sz="1300" b="1" dirty="0">
                <a:solidFill>
                  <a:srgbClr val="22C55E"/>
                </a:solidFill>
                <a:latin typeface="Consolas" pitchFamily="34" charset="0"/>
                <a:ea typeface="Consolas" pitchFamily="34" charset="-122"/>
                <a:cs typeface="Consolas" pitchFamily="34" charset="-120"/>
              </a:rPr>
              <a:t>pytest tests/ -v   →   15 passed in approx. 2.6s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084AB-7B30-62CC-DA0D-9E9E7F349A5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B6822B2-9ABA-B2D0-4D24-1BBDD25D1056}"/>
              </a:ext>
            </a:extLst>
          </p:cNvPr>
          <p:cNvSpPr/>
          <p:nvPr/>
        </p:nvSpPr>
        <p:spPr>
          <a:xfrm>
            <a:off x="457200" y="421495"/>
            <a:ext cx="8229600" cy="64008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Adding production layers</a:t>
            </a:r>
            <a:endParaRPr lang="en-US" sz="2800" dirty="0"/>
          </a:p>
        </p:txBody>
      </p:sp>
      <p:sp>
        <p:nvSpPr>
          <p:cNvPr id="5" name="Text 3">
            <a:extLst>
              <a:ext uri="{FF2B5EF4-FFF2-40B4-BE49-F238E27FC236}">
                <a16:creationId xmlns:a16="http://schemas.microsoft.com/office/drawing/2014/main" id="{D649BB6F-78A7-FA65-35BF-2410E5DD8735}"/>
              </a:ext>
            </a:extLst>
          </p:cNvPr>
          <p:cNvSpPr/>
          <p:nvPr/>
        </p:nvSpPr>
        <p:spPr>
          <a:xfrm>
            <a:off x="4408197" y="581515"/>
            <a:ext cx="4462534" cy="320040"/>
          </a:xfrm>
          <a:prstGeom prst="rect">
            <a:avLst/>
          </a:prstGeom>
          <a:noFill/>
          <a:ln/>
        </p:spPr>
        <p:txBody>
          <a:bodyPr wrap="square" lIns="0" tIns="0" rIns="0" bIns="0" rtlCol="0" anchor="ctr"/>
          <a:lstStyle/>
          <a:p>
            <a:pPr marL="0" indent="0">
              <a:buNone/>
            </a:pPr>
            <a:r>
              <a:rPr lang="en-US" i="1" dirty="0">
                <a:solidFill>
                  <a:srgbClr val="64748B"/>
                </a:solidFill>
              </a:rPr>
              <a:t>The Sculley diagram  →  actual files</a:t>
            </a:r>
            <a:endParaRPr lang="en-US" dirty="0"/>
          </a:p>
        </p:txBody>
      </p:sp>
      <p:pic>
        <p:nvPicPr>
          <p:cNvPr id="3" name="Picture 2">
            <a:extLst>
              <a:ext uri="{FF2B5EF4-FFF2-40B4-BE49-F238E27FC236}">
                <a16:creationId xmlns:a16="http://schemas.microsoft.com/office/drawing/2014/main" id="{E15D3CCE-9A40-E8E6-B314-4FCC6D30ECF8}"/>
              </a:ext>
            </a:extLst>
          </p:cNvPr>
          <p:cNvPicPr>
            <a:picLocks noChangeAspect="1"/>
          </p:cNvPicPr>
          <p:nvPr/>
        </p:nvPicPr>
        <p:blipFill>
          <a:blip r:embed="rId3"/>
          <a:stretch>
            <a:fillRect/>
          </a:stretch>
        </p:blipFill>
        <p:spPr>
          <a:xfrm>
            <a:off x="1585452" y="728234"/>
            <a:ext cx="5127406" cy="4415266"/>
          </a:xfrm>
          <a:prstGeom prst="rect">
            <a:avLst/>
          </a:prstGeom>
        </p:spPr>
      </p:pic>
    </p:spTree>
    <p:extLst>
      <p:ext uri="{BB962C8B-B14F-4D97-AF65-F5344CB8AC3E}">
        <p14:creationId xmlns:p14="http://schemas.microsoft.com/office/powerpoint/2010/main" val="1588148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B136D3-77EF-2D22-CB92-29450C431D58}"/>
              </a:ext>
            </a:extLst>
          </p:cNvPr>
          <p:cNvSpPr>
            <a:spLocks noGrp="1"/>
          </p:cNvSpPr>
          <p:nvPr>
            <p:ph sz="quarter" idx="10"/>
          </p:nvPr>
        </p:nvSpPr>
        <p:spPr>
          <a:xfrm>
            <a:off x="2209800" y="1714500"/>
            <a:ext cx="6324600" cy="857250"/>
          </a:xfrm>
        </p:spPr>
        <p:txBody>
          <a:bodyPr>
            <a:normAutofit/>
          </a:bodyPr>
          <a:lstStyle/>
          <a:p>
            <a:r>
              <a:rPr lang="en-IN" sz="3200" dirty="0"/>
              <a:t>GITHUB ACTIONS</a:t>
            </a:r>
          </a:p>
        </p:txBody>
      </p:sp>
    </p:spTree>
    <p:extLst>
      <p:ext uri="{BB962C8B-B14F-4D97-AF65-F5344CB8AC3E}">
        <p14:creationId xmlns:p14="http://schemas.microsoft.com/office/powerpoint/2010/main" val="2668089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973FAAB-9BB2-5889-0233-22E448F0CDD5}"/>
              </a:ext>
            </a:extLst>
          </p:cNvPr>
          <p:cNvSpPr>
            <a:spLocks noGrp="1"/>
          </p:cNvSpPr>
          <p:nvPr>
            <p:ph sz="quarter" idx="10"/>
          </p:nvPr>
        </p:nvSpPr>
        <p:spPr>
          <a:xfrm>
            <a:off x="1143000" y="171450"/>
            <a:ext cx="5029200" cy="857250"/>
          </a:xfrm>
        </p:spPr>
        <p:txBody>
          <a:bodyPr rtlCol="0"/>
          <a:lstStyle/>
          <a:p>
            <a:pPr>
              <a:defRPr/>
            </a:pPr>
            <a:r>
              <a:rPr lang="en-US" sz="2100" dirty="0"/>
              <a:t>What is a CI tool</a:t>
            </a:r>
          </a:p>
        </p:txBody>
      </p:sp>
      <p:sp>
        <p:nvSpPr>
          <p:cNvPr id="49155" name="Rectangle 4">
            <a:extLst>
              <a:ext uri="{FF2B5EF4-FFF2-40B4-BE49-F238E27FC236}">
                <a16:creationId xmlns:a16="http://schemas.microsoft.com/office/drawing/2014/main" id="{77C0E03C-57A1-5576-0A79-EB0962883338}"/>
              </a:ext>
            </a:extLst>
          </p:cNvPr>
          <p:cNvSpPr>
            <a:spLocks noChangeArrowheads="1"/>
          </p:cNvSpPr>
          <p:nvPr/>
        </p:nvSpPr>
        <p:spPr bwMode="auto">
          <a:xfrm>
            <a:off x="1314450" y="1200151"/>
            <a:ext cx="6229350" cy="3252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lnSpc>
                <a:spcPct val="150000"/>
              </a:lnSpc>
            </a:pPr>
            <a:r>
              <a:rPr lang="en-US" altLang="en-US" sz="1200">
                <a:latin typeface="Microsoft Sans Serif" panose="020B0604020202020204" pitchFamily="34" charset="0"/>
                <a:cs typeface="Microsoft Sans Serif" panose="020B0604020202020204" pitchFamily="34" charset="0"/>
              </a:rPr>
              <a:t>A CI tool is a platform that automates the process of building, testing, and publishing your software. </a:t>
            </a:r>
          </a:p>
          <a:p>
            <a:pPr algn="just">
              <a:lnSpc>
                <a:spcPct val="150000"/>
              </a:lnSpc>
            </a:pPr>
            <a:r>
              <a:rPr lang="en-US" altLang="en-US" sz="1200">
                <a:latin typeface="Microsoft Sans Serif" panose="020B0604020202020204" pitchFamily="34" charset="0"/>
                <a:cs typeface="Microsoft Sans Serif" panose="020B0604020202020204" pitchFamily="34" charset="0"/>
              </a:rPr>
              <a:t>CI tools integrate with version control system so they can fetch the latest changes from your repository.</a:t>
            </a:r>
          </a:p>
          <a:p>
            <a:pPr algn="just">
              <a:lnSpc>
                <a:spcPct val="150000"/>
              </a:lnSpc>
            </a:pPr>
            <a:r>
              <a:rPr lang="en-US" altLang="en-US" sz="1200">
                <a:latin typeface="Microsoft Sans Serif" panose="020B0604020202020204" pitchFamily="34" charset="0"/>
                <a:cs typeface="Microsoft Sans Serif" panose="020B0604020202020204" pitchFamily="34" charset="0"/>
              </a:rPr>
              <a:t>Most CI tools consist of a central server (often known as a build server) and one or more build agents (or runners) that run on separate machines. </a:t>
            </a:r>
          </a:p>
          <a:p>
            <a:pPr algn="just">
              <a:lnSpc>
                <a:spcPct val="150000"/>
              </a:lnSpc>
            </a:pPr>
            <a:r>
              <a:rPr lang="en-US" altLang="en-US" sz="1200">
                <a:latin typeface="Microsoft Sans Serif" panose="020B0604020202020204" pitchFamily="34" charset="0"/>
                <a:cs typeface="Microsoft Sans Serif" panose="020B0604020202020204" pitchFamily="34" charset="0"/>
              </a:rPr>
              <a:t>The build server provides a UI for configuring your build and test pipelines, stores the details of each job, and initiates each pipeline run.</a:t>
            </a:r>
          </a:p>
          <a:p>
            <a:pPr algn="just">
              <a:lnSpc>
                <a:spcPct val="150000"/>
              </a:lnSpc>
            </a:pPr>
            <a:r>
              <a:rPr lang="en-US" altLang="en-US" sz="1200">
                <a:latin typeface="Microsoft Sans Serif" panose="020B0604020202020204" pitchFamily="34" charset="0"/>
                <a:cs typeface="Microsoft Sans Serif" panose="020B0604020202020204" pitchFamily="34" charset="0"/>
              </a:rPr>
              <a:t>The build, test, and other tasks are distributed to the build agents by the build server. If multiple build agents are available, multiple pipelines can run at the same time, and tasks from the same pipeline can be run in parallel.</a:t>
            </a:r>
          </a:p>
        </p:txBody>
      </p:sp>
      <p:sp>
        <p:nvSpPr>
          <p:cNvPr id="49156" name="Rectangle 1">
            <a:extLst>
              <a:ext uri="{FF2B5EF4-FFF2-40B4-BE49-F238E27FC236}">
                <a16:creationId xmlns:a16="http://schemas.microsoft.com/office/drawing/2014/main" id="{B87584FD-DD4E-752C-6A4B-B4EECA3E2172}"/>
              </a:ext>
            </a:extLst>
          </p:cNvPr>
          <p:cNvSpPr>
            <a:spLocks noChangeArrowheads="1"/>
          </p:cNvSpPr>
          <p:nvPr/>
        </p:nvSpPr>
        <p:spPr bwMode="auto">
          <a:xfrm>
            <a:off x="1428750" y="4573191"/>
            <a:ext cx="54864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050"/>
              <a:t>https://blog.jetbrains.com/teamcity/2023/07/best-ci-tools/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DD7FC85-37CE-0583-67E2-96010456114A}"/>
              </a:ext>
            </a:extLst>
          </p:cNvPr>
          <p:cNvSpPr>
            <a:spLocks noGrp="1"/>
          </p:cNvSpPr>
          <p:nvPr>
            <p:ph sz="quarter" idx="10"/>
          </p:nvPr>
        </p:nvSpPr>
        <p:spPr>
          <a:xfrm>
            <a:off x="1143000" y="171450"/>
            <a:ext cx="5029200" cy="857250"/>
          </a:xfrm>
        </p:spPr>
        <p:txBody>
          <a:bodyPr rtlCol="0"/>
          <a:lstStyle/>
          <a:p>
            <a:pPr>
              <a:defRPr/>
            </a:pPr>
            <a:r>
              <a:rPr lang="en-US" sz="2100" dirty="0"/>
              <a:t>GitHub Actions</a:t>
            </a:r>
          </a:p>
        </p:txBody>
      </p:sp>
      <p:sp>
        <p:nvSpPr>
          <p:cNvPr id="51203" name="Rectangle 4">
            <a:extLst>
              <a:ext uri="{FF2B5EF4-FFF2-40B4-BE49-F238E27FC236}">
                <a16:creationId xmlns:a16="http://schemas.microsoft.com/office/drawing/2014/main" id="{51B2DAC8-ACB3-3DF7-CB75-E3B9CF78BC60}"/>
              </a:ext>
            </a:extLst>
          </p:cNvPr>
          <p:cNvSpPr>
            <a:spLocks noChangeArrowheads="1"/>
          </p:cNvSpPr>
          <p:nvPr/>
        </p:nvSpPr>
        <p:spPr bwMode="auto">
          <a:xfrm>
            <a:off x="1314450" y="1200151"/>
            <a:ext cx="6229350" cy="1299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lnSpc>
                <a:spcPct val="150000"/>
              </a:lnSpc>
              <a:spcBef>
                <a:spcPct val="0"/>
              </a:spcBef>
            </a:pPr>
            <a:r>
              <a:rPr lang="en-IN" altLang="en-US" sz="1350">
                <a:latin typeface="Microsoft Sans Serif" panose="020B0604020202020204" pitchFamily="34" charset="0"/>
                <a:cs typeface="Microsoft Sans Serif" panose="020B0604020202020204" pitchFamily="34" charset="0"/>
              </a:rPr>
              <a:t>GitHub’s native CI/CD and automation system</a:t>
            </a:r>
          </a:p>
          <a:p>
            <a:pPr algn="just">
              <a:lnSpc>
                <a:spcPct val="150000"/>
              </a:lnSpc>
              <a:spcBef>
                <a:spcPct val="0"/>
              </a:spcBef>
            </a:pPr>
            <a:r>
              <a:rPr lang="en-US" altLang="en-US" sz="1350">
                <a:latin typeface="Microsoft Sans Serif" panose="020B0604020202020204" pitchFamily="34" charset="0"/>
                <a:cs typeface="Microsoft Sans Serif" panose="020B0604020202020204" pitchFamily="34" charset="0"/>
              </a:rPr>
              <a:t>GitHub Actions was introduced by GitHub in 2018. </a:t>
            </a:r>
          </a:p>
          <a:p>
            <a:pPr algn="just">
              <a:lnSpc>
                <a:spcPct val="150000"/>
              </a:lnSpc>
              <a:spcBef>
                <a:spcPct val="0"/>
              </a:spcBef>
            </a:pPr>
            <a:r>
              <a:rPr lang="en-US" altLang="en-US" sz="1350">
                <a:latin typeface="Microsoft Sans Serif" panose="020B0604020202020204" pitchFamily="34" charset="0"/>
                <a:cs typeface="Microsoft Sans Serif" panose="020B0604020202020204" pitchFamily="34" charset="0"/>
              </a:rPr>
              <a:t>It is integrated right into GitHub and enabled by default in every GitHub repository. </a:t>
            </a:r>
            <a:endParaRPr lang="en-IN" altLang="en-US" sz="1350">
              <a:latin typeface="Microsoft Sans Serif" panose="020B0604020202020204" pitchFamily="34" charset="0"/>
              <a:cs typeface="Microsoft Sans Serif"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D227E9C-1221-966E-FF38-F2531B4E47BC}"/>
              </a:ext>
            </a:extLst>
          </p:cNvPr>
          <p:cNvSpPr>
            <a:spLocks noGrp="1"/>
          </p:cNvSpPr>
          <p:nvPr>
            <p:ph sz="quarter" idx="10"/>
          </p:nvPr>
        </p:nvSpPr>
        <p:spPr>
          <a:xfrm>
            <a:off x="1143000" y="171450"/>
            <a:ext cx="5029200" cy="857250"/>
          </a:xfrm>
        </p:spPr>
        <p:txBody>
          <a:bodyPr rtlCol="0"/>
          <a:lstStyle/>
          <a:p>
            <a:pPr>
              <a:defRPr/>
            </a:pPr>
            <a:r>
              <a:rPr lang="en-US" sz="1950" dirty="0"/>
              <a:t>Typical GitHub Actions – Workflow structure</a:t>
            </a:r>
          </a:p>
        </p:txBody>
      </p:sp>
      <p:pic>
        <p:nvPicPr>
          <p:cNvPr id="52227" name="Picture 1">
            <a:extLst>
              <a:ext uri="{FF2B5EF4-FFF2-40B4-BE49-F238E27FC236}">
                <a16:creationId xmlns:a16="http://schemas.microsoft.com/office/drawing/2014/main" id="{F41FC348-5460-D747-A86C-7AAC9ED6982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57351" y="1371600"/>
            <a:ext cx="5498306"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CB62EBE-9F61-644A-404D-73BB9BD3F418}"/>
              </a:ext>
            </a:extLst>
          </p:cNvPr>
          <p:cNvSpPr>
            <a:spLocks noGrp="1"/>
          </p:cNvSpPr>
          <p:nvPr>
            <p:ph sz="quarter" idx="10"/>
          </p:nvPr>
        </p:nvSpPr>
        <p:spPr>
          <a:xfrm>
            <a:off x="1143000" y="171450"/>
            <a:ext cx="5029200" cy="857250"/>
          </a:xfrm>
        </p:spPr>
        <p:txBody>
          <a:bodyPr rtlCol="0"/>
          <a:lstStyle/>
          <a:p>
            <a:pPr>
              <a:defRPr/>
            </a:pPr>
            <a:r>
              <a:rPr lang="en-US" sz="2100" dirty="0"/>
              <a:t>GitHub Actions</a:t>
            </a:r>
          </a:p>
        </p:txBody>
      </p:sp>
      <p:pic>
        <p:nvPicPr>
          <p:cNvPr id="53251" name="Picture 1">
            <a:extLst>
              <a:ext uri="{FF2B5EF4-FFF2-40B4-BE49-F238E27FC236}">
                <a16:creationId xmlns:a16="http://schemas.microsoft.com/office/drawing/2014/main" id="{DF4EB4E4-F761-7479-BFFE-3A8F99CFD18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14450" y="1257300"/>
            <a:ext cx="4949429"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Rectangle 2">
            <a:extLst>
              <a:ext uri="{FF2B5EF4-FFF2-40B4-BE49-F238E27FC236}">
                <a16:creationId xmlns:a16="http://schemas.microsoft.com/office/drawing/2014/main" id="{2CE99FE3-8518-971E-8EE1-598D81A30E25}"/>
              </a:ext>
            </a:extLst>
          </p:cNvPr>
          <p:cNvSpPr>
            <a:spLocks noChangeArrowheads="1"/>
          </p:cNvSpPr>
          <p:nvPr/>
        </p:nvSpPr>
        <p:spPr bwMode="auto">
          <a:xfrm>
            <a:off x="6263879" y="3027760"/>
            <a:ext cx="160020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just">
              <a:spcBef>
                <a:spcPct val="0"/>
              </a:spcBef>
              <a:buFontTx/>
              <a:buNone/>
            </a:pPr>
            <a:r>
              <a:rPr lang="en-US" altLang="en-US" sz="900">
                <a:solidFill>
                  <a:srgbClr val="374151"/>
                </a:solidFill>
                <a:latin typeface="Microsoft Sans Serif" panose="020B0604020202020204" pitchFamily="34" charset="0"/>
                <a:cs typeface="Microsoft Sans Serif" panose="020B0604020202020204" pitchFamily="34" charset="0"/>
              </a:rPr>
              <a:t>A runner is a virtual machine hosted by GitHub with an operating system. Each job runs inside a container</a:t>
            </a:r>
            <a:endParaRPr lang="en-IN" altLang="en-US" sz="900">
              <a:latin typeface="Microsoft Sans Serif" panose="020B0604020202020204" pitchFamily="34" charset="0"/>
              <a:cs typeface="Microsoft Sans Serif" panose="020B0604020202020204" pitchFamily="34" charset="0"/>
            </a:endParaRPr>
          </a:p>
        </p:txBody>
      </p:sp>
      <p:sp>
        <p:nvSpPr>
          <p:cNvPr id="53253" name="Rectangle 4">
            <a:extLst>
              <a:ext uri="{FF2B5EF4-FFF2-40B4-BE49-F238E27FC236}">
                <a16:creationId xmlns:a16="http://schemas.microsoft.com/office/drawing/2014/main" id="{CA869734-01B4-647F-7913-6ECC1D27F1B5}"/>
              </a:ext>
            </a:extLst>
          </p:cNvPr>
          <p:cNvSpPr>
            <a:spLocks noChangeArrowheads="1"/>
          </p:cNvSpPr>
          <p:nvPr/>
        </p:nvSpPr>
        <p:spPr bwMode="auto">
          <a:xfrm>
            <a:off x="6779986" y="3637122"/>
            <a:ext cx="1485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900" dirty="0">
                <a:solidFill>
                  <a:srgbClr val="374151"/>
                </a:solidFill>
                <a:latin typeface="Microsoft Sans Serif" panose="020B0604020202020204" pitchFamily="34" charset="0"/>
                <a:cs typeface="Microsoft Sans Serif" panose="020B0604020202020204" pitchFamily="34" charset="0"/>
              </a:rPr>
              <a:t>A step is either a shell command or an action</a:t>
            </a:r>
            <a:endParaRPr lang="en-IN" altLang="en-US" sz="900" dirty="0">
              <a:solidFill>
                <a:srgbClr val="374151"/>
              </a:solidFill>
              <a:latin typeface="Microsoft Sans Serif" panose="020B0604020202020204" pitchFamily="34" charset="0"/>
              <a:cs typeface="Microsoft Sans Serif" panose="020B0604020202020204" pitchFamily="34" charset="0"/>
            </a:endParaRPr>
          </a:p>
        </p:txBody>
      </p:sp>
      <p:sp>
        <p:nvSpPr>
          <p:cNvPr id="53254" name="Rectangle 5">
            <a:extLst>
              <a:ext uri="{FF2B5EF4-FFF2-40B4-BE49-F238E27FC236}">
                <a16:creationId xmlns:a16="http://schemas.microsoft.com/office/drawing/2014/main" id="{226C140D-1F23-8559-4B5D-6E36A6C0E91E}"/>
              </a:ext>
            </a:extLst>
          </p:cNvPr>
          <p:cNvSpPr>
            <a:spLocks noChangeArrowheads="1"/>
          </p:cNvSpPr>
          <p:nvPr/>
        </p:nvSpPr>
        <p:spPr bwMode="auto">
          <a:xfrm>
            <a:off x="6298406" y="4006454"/>
            <a:ext cx="168711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900" dirty="0">
                <a:solidFill>
                  <a:srgbClr val="374151"/>
                </a:solidFill>
                <a:latin typeface="Microsoft Sans Serif" panose="020B0604020202020204" pitchFamily="34" charset="0"/>
                <a:cs typeface="Microsoft Sans Serif" panose="020B0604020202020204" pitchFamily="34" charset="0"/>
              </a:rPr>
              <a:t>An action is a reusable unit of code which can be included as a step of a job. Actions can have inputs and outputs.</a:t>
            </a:r>
            <a:endParaRPr lang="en-IN" altLang="en-US" sz="900" dirty="0">
              <a:solidFill>
                <a:srgbClr val="374151"/>
              </a:solidFill>
              <a:latin typeface="Microsoft Sans Serif" panose="020B0604020202020204" pitchFamily="34" charset="0"/>
              <a:cs typeface="Microsoft Sans Serif" panose="020B0604020202020204" pitchFamily="34" charset="0"/>
            </a:endParaRPr>
          </a:p>
        </p:txBody>
      </p:sp>
      <p:sp>
        <p:nvSpPr>
          <p:cNvPr id="53255" name="Rectangle 6">
            <a:extLst>
              <a:ext uri="{FF2B5EF4-FFF2-40B4-BE49-F238E27FC236}">
                <a16:creationId xmlns:a16="http://schemas.microsoft.com/office/drawing/2014/main" id="{77EBF480-C032-87B3-0BAB-CD4113C07D14}"/>
              </a:ext>
            </a:extLst>
          </p:cNvPr>
          <p:cNvSpPr>
            <a:spLocks noChangeArrowheads="1"/>
          </p:cNvSpPr>
          <p:nvPr/>
        </p:nvSpPr>
        <p:spPr bwMode="auto">
          <a:xfrm>
            <a:off x="6253163" y="1790701"/>
            <a:ext cx="1714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900">
                <a:solidFill>
                  <a:srgbClr val="374151"/>
                </a:solidFill>
                <a:latin typeface="Microsoft Sans Serif" panose="020B0604020202020204" pitchFamily="34" charset="0"/>
                <a:cs typeface="Microsoft Sans Serif" panose="020B0604020202020204" pitchFamily="34" charset="0"/>
              </a:rPr>
              <a:t>A workflow is triggered by one or more events. Event can be internal (push or PR) or external (webhook call)</a:t>
            </a:r>
            <a:endParaRPr lang="en-IN" altLang="en-US" sz="900">
              <a:solidFill>
                <a:srgbClr val="374151"/>
              </a:solidFill>
              <a:latin typeface="Microsoft Sans Serif" panose="020B0604020202020204" pitchFamily="34" charset="0"/>
              <a:cs typeface="Microsoft Sans Serif" panose="020B0604020202020204" pitchFamily="34" charset="0"/>
            </a:endParaRPr>
          </a:p>
        </p:txBody>
      </p:sp>
      <p:sp>
        <p:nvSpPr>
          <p:cNvPr id="53256" name="Rectangle 7">
            <a:extLst>
              <a:ext uri="{FF2B5EF4-FFF2-40B4-BE49-F238E27FC236}">
                <a16:creationId xmlns:a16="http://schemas.microsoft.com/office/drawing/2014/main" id="{40A16828-D53F-1937-AFDF-DF61A7836B6B}"/>
              </a:ext>
            </a:extLst>
          </p:cNvPr>
          <p:cNvSpPr>
            <a:spLocks noChangeArrowheads="1"/>
          </p:cNvSpPr>
          <p:nvPr/>
        </p:nvSpPr>
        <p:spPr bwMode="auto">
          <a:xfrm>
            <a:off x="6263879" y="2470547"/>
            <a:ext cx="17145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900">
                <a:solidFill>
                  <a:srgbClr val="374151"/>
                </a:solidFill>
                <a:latin typeface="Microsoft Sans Serif" panose="020B0604020202020204" pitchFamily="34" charset="0"/>
                <a:cs typeface="Microsoft Sans Serif" panose="020B0604020202020204" pitchFamily="34" charset="0"/>
              </a:rPr>
              <a:t>A job contains a set of commands that will be run when the workflow is triggered</a:t>
            </a:r>
            <a:endParaRPr lang="en-IN" altLang="en-US" sz="900">
              <a:solidFill>
                <a:srgbClr val="374151"/>
              </a:solidFill>
              <a:latin typeface="Microsoft Sans Serif" panose="020B0604020202020204" pitchFamily="34" charset="0"/>
              <a:cs typeface="Microsoft Sans Serif"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B17D4AA-EA0E-7273-87FD-531FBF989A15}"/>
              </a:ext>
            </a:extLst>
          </p:cNvPr>
          <p:cNvSpPr>
            <a:spLocks noGrp="1"/>
          </p:cNvSpPr>
          <p:nvPr>
            <p:ph sz="quarter" idx="10"/>
          </p:nvPr>
        </p:nvSpPr>
        <p:spPr>
          <a:xfrm>
            <a:off x="1257300" y="114300"/>
            <a:ext cx="4743450" cy="857250"/>
          </a:xfrm>
        </p:spPr>
        <p:txBody>
          <a:bodyPr rtlCol="0">
            <a:noAutofit/>
          </a:bodyPr>
          <a:lstStyle/>
          <a:p>
            <a:pPr>
              <a:defRPr/>
            </a:pPr>
            <a:r>
              <a:rPr lang="en-IN" sz="1800" dirty="0"/>
              <a:t>Continuous Integration Best Practices</a:t>
            </a:r>
            <a:endParaRPr lang="en-US" sz="1800" dirty="0"/>
          </a:p>
        </p:txBody>
      </p:sp>
      <p:sp>
        <p:nvSpPr>
          <p:cNvPr id="56323" name="Rectangle 1">
            <a:extLst>
              <a:ext uri="{FF2B5EF4-FFF2-40B4-BE49-F238E27FC236}">
                <a16:creationId xmlns:a16="http://schemas.microsoft.com/office/drawing/2014/main" id="{F9BF0D48-9747-FDA7-5440-D0328129FFD2}"/>
              </a:ext>
            </a:extLst>
          </p:cNvPr>
          <p:cNvSpPr>
            <a:spLocks noChangeArrowheads="1"/>
          </p:cNvSpPr>
          <p:nvPr/>
        </p:nvSpPr>
        <p:spPr bwMode="auto">
          <a:xfrm>
            <a:off x="1257300" y="1143000"/>
            <a:ext cx="6286500" cy="3176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342900" indent="-3429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lvl="1" algn="just">
              <a:lnSpc>
                <a:spcPct val="150000"/>
              </a:lnSpc>
              <a:spcBef>
                <a:spcPct val="0"/>
              </a:spcBef>
              <a:buFont typeface="Calibri" panose="020F0502020204030204" pitchFamily="34" charset="0"/>
              <a:buAutoNum type="arabicPeriod"/>
            </a:pPr>
            <a:r>
              <a:rPr lang="en-US" altLang="en-US" sz="1350">
                <a:latin typeface="Microsoft Sans"/>
              </a:rPr>
              <a:t>Maintain a code repository</a:t>
            </a:r>
          </a:p>
          <a:p>
            <a:pPr lvl="1" algn="just">
              <a:lnSpc>
                <a:spcPct val="150000"/>
              </a:lnSpc>
              <a:spcBef>
                <a:spcPct val="0"/>
              </a:spcBef>
              <a:buFont typeface="Calibri" panose="020F0502020204030204" pitchFamily="34" charset="0"/>
              <a:buAutoNum type="arabicPeriod"/>
            </a:pPr>
            <a:r>
              <a:rPr lang="en-US" altLang="en-US" sz="1350">
                <a:latin typeface="Microsoft Sans"/>
              </a:rPr>
              <a:t>Automate the build</a:t>
            </a:r>
          </a:p>
          <a:p>
            <a:pPr lvl="1" algn="just">
              <a:lnSpc>
                <a:spcPct val="150000"/>
              </a:lnSpc>
              <a:spcBef>
                <a:spcPct val="0"/>
              </a:spcBef>
              <a:buFont typeface="Calibri" panose="020F0502020204030204" pitchFamily="34" charset="0"/>
              <a:buAutoNum type="arabicPeriod"/>
            </a:pPr>
            <a:r>
              <a:rPr lang="en-US" altLang="en-US" sz="1350">
                <a:latin typeface="Microsoft Sans"/>
              </a:rPr>
              <a:t>Make the build self-testing</a:t>
            </a:r>
          </a:p>
          <a:p>
            <a:pPr lvl="1" algn="just">
              <a:lnSpc>
                <a:spcPct val="150000"/>
              </a:lnSpc>
              <a:spcBef>
                <a:spcPct val="0"/>
              </a:spcBef>
              <a:buFont typeface="Calibri" panose="020F0502020204030204" pitchFamily="34" charset="0"/>
              <a:buAutoNum type="arabicPeriod"/>
            </a:pPr>
            <a:r>
              <a:rPr lang="en-US" altLang="en-US" sz="1350">
                <a:latin typeface="Microsoft Sans"/>
              </a:rPr>
              <a:t>Everyone commits to the baseline every day</a:t>
            </a:r>
          </a:p>
          <a:p>
            <a:pPr lvl="1" algn="just">
              <a:lnSpc>
                <a:spcPct val="150000"/>
              </a:lnSpc>
              <a:spcBef>
                <a:spcPct val="0"/>
              </a:spcBef>
              <a:buFont typeface="Calibri" panose="020F0502020204030204" pitchFamily="34" charset="0"/>
              <a:buAutoNum type="arabicPeriod"/>
            </a:pPr>
            <a:r>
              <a:rPr lang="en-US" altLang="en-US" sz="1350">
                <a:latin typeface="Microsoft Sans"/>
              </a:rPr>
              <a:t>Every commit (to baseline) should be built</a:t>
            </a:r>
          </a:p>
          <a:p>
            <a:pPr lvl="1" algn="just">
              <a:lnSpc>
                <a:spcPct val="150000"/>
              </a:lnSpc>
              <a:spcBef>
                <a:spcPct val="0"/>
              </a:spcBef>
              <a:buFont typeface="Calibri" panose="020F0502020204030204" pitchFamily="34" charset="0"/>
              <a:buAutoNum type="arabicPeriod"/>
            </a:pPr>
            <a:r>
              <a:rPr lang="en-US" altLang="en-US" sz="1350">
                <a:latin typeface="Microsoft Sans"/>
              </a:rPr>
              <a:t>Keep the build fast</a:t>
            </a:r>
          </a:p>
          <a:p>
            <a:pPr lvl="1" algn="just">
              <a:lnSpc>
                <a:spcPct val="150000"/>
              </a:lnSpc>
              <a:spcBef>
                <a:spcPct val="0"/>
              </a:spcBef>
              <a:buFont typeface="Calibri" panose="020F0502020204030204" pitchFamily="34" charset="0"/>
              <a:buAutoNum type="arabicPeriod"/>
            </a:pPr>
            <a:r>
              <a:rPr lang="en-US" altLang="en-US" sz="1350">
                <a:latin typeface="Microsoft Sans"/>
              </a:rPr>
              <a:t>Test in a clone of the production environment</a:t>
            </a:r>
          </a:p>
          <a:p>
            <a:pPr lvl="1" algn="just">
              <a:lnSpc>
                <a:spcPct val="150000"/>
              </a:lnSpc>
              <a:spcBef>
                <a:spcPct val="0"/>
              </a:spcBef>
              <a:buFont typeface="Calibri" panose="020F0502020204030204" pitchFamily="34" charset="0"/>
              <a:buAutoNum type="arabicPeriod"/>
            </a:pPr>
            <a:r>
              <a:rPr lang="en-US" altLang="en-US" sz="1350">
                <a:latin typeface="Microsoft Sans"/>
              </a:rPr>
              <a:t>Make it easy to get the latest deliverables</a:t>
            </a:r>
          </a:p>
          <a:p>
            <a:pPr lvl="1" algn="just">
              <a:lnSpc>
                <a:spcPct val="150000"/>
              </a:lnSpc>
              <a:spcBef>
                <a:spcPct val="0"/>
              </a:spcBef>
              <a:buFont typeface="Calibri" panose="020F0502020204030204" pitchFamily="34" charset="0"/>
              <a:buAutoNum type="arabicPeriod"/>
            </a:pPr>
            <a:r>
              <a:rPr lang="en-US" altLang="en-US" sz="1350">
                <a:latin typeface="Microsoft Sans"/>
              </a:rPr>
              <a:t>Everyone can see the results of the latest build</a:t>
            </a:r>
          </a:p>
          <a:p>
            <a:pPr lvl="1" algn="just">
              <a:lnSpc>
                <a:spcPct val="150000"/>
              </a:lnSpc>
              <a:spcBef>
                <a:spcPct val="0"/>
              </a:spcBef>
              <a:buFont typeface="Calibri" panose="020F0502020204030204" pitchFamily="34" charset="0"/>
              <a:buAutoNum type="arabicPeriod"/>
            </a:pPr>
            <a:r>
              <a:rPr lang="en-US" altLang="en-US" sz="1350">
                <a:latin typeface="Microsoft Sans"/>
              </a:rPr>
              <a:t>Automate deployment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3D10176-8CA7-E658-3DE8-03AF417F2E60}"/>
              </a:ext>
            </a:extLst>
          </p:cNvPr>
          <p:cNvSpPr>
            <a:spLocks noGrp="1"/>
          </p:cNvSpPr>
          <p:nvPr>
            <p:ph sz="quarter" idx="10"/>
          </p:nvPr>
        </p:nvSpPr>
        <p:spPr>
          <a:xfrm>
            <a:off x="1257300" y="114300"/>
            <a:ext cx="4743450" cy="857250"/>
          </a:xfrm>
        </p:spPr>
        <p:txBody>
          <a:bodyPr rtlCol="0">
            <a:noAutofit/>
          </a:bodyPr>
          <a:lstStyle/>
          <a:p>
            <a:pPr>
              <a:defRPr/>
            </a:pPr>
            <a:r>
              <a:rPr lang="en-IN" sz="1800" dirty="0"/>
              <a:t>Continuous Integration Practices</a:t>
            </a:r>
            <a:endParaRPr lang="en-US" sz="1800" dirty="0"/>
          </a:p>
        </p:txBody>
      </p:sp>
      <p:sp>
        <p:nvSpPr>
          <p:cNvPr id="2" name="Rectangle 1">
            <a:extLst>
              <a:ext uri="{FF2B5EF4-FFF2-40B4-BE49-F238E27FC236}">
                <a16:creationId xmlns:a16="http://schemas.microsoft.com/office/drawing/2014/main" id="{3F809A3C-CAC2-2013-D283-07A7BF11937F}"/>
              </a:ext>
            </a:extLst>
          </p:cNvPr>
          <p:cNvSpPr/>
          <p:nvPr/>
        </p:nvSpPr>
        <p:spPr>
          <a:xfrm>
            <a:off x="1239441" y="1085850"/>
            <a:ext cx="6286500" cy="3441455"/>
          </a:xfrm>
          <a:prstGeom prst="rect">
            <a:avLst/>
          </a:prstGeom>
        </p:spPr>
        <p:txBody>
          <a:bodyPr>
            <a:spAutoFit/>
          </a:bodyPr>
          <a:lstStyle/>
          <a:p>
            <a:pPr algn="just">
              <a:lnSpc>
                <a:spcPct val="150000"/>
              </a:lnSpc>
              <a:defRPr/>
            </a:pPr>
            <a:r>
              <a:rPr lang="en-US" sz="1125" b="1" dirty="0">
                <a:latin typeface="Microsoft Sans"/>
              </a:rPr>
              <a:t>1. Maintain a code repository</a:t>
            </a:r>
          </a:p>
          <a:p>
            <a:pPr marL="214313" indent="-214313" algn="just">
              <a:lnSpc>
                <a:spcPct val="150000"/>
              </a:lnSpc>
              <a:buFont typeface="Arial" panose="020B0604020202020204" pitchFamily="34" charset="0"/>
              <a:buChar char="•"/>
              <a:defRPr/>
            </a:pPr>
            <a:r>
              <a:rPr lang="en-US" sz="1125" dirty="0">
                <a:latin typeface="Microsoft Sans"/>
              </a:rPr>
              <a:t>This practice advocates the use of a revision control system for the project's source code. All artifacts required to build the project should be placed in the repository. In this practice and the revision control community, the convention is that the system should be buildable from a fresh checkout and not require additional dependencies. It is preferred for changes to be integrated rather than for multiple versions of the software to be maintained simultaneously. The mainline should be the place for the working version of the software.</a:t>
            </a:r>
          </a:p>
          <a:p>
            <a:pPr algn="just">
              <a:lnSpc>
                <a:spcPct val="150000"/>
              </a:lnSpc>
              <a:defRPr/>
            </a:pPr>
            <a:r>
              <a:rPr lang="en-US" sz="1125" b="1" dirty="0">
                <a:latin typeface="Microsoft Sans"/>
              </a:rPr>
              <a:t>2. Automate the build </a:t>
            </a:r>
          </a:p>
          <a:p>
            <a:pPr marL="214313" indent="-214313" algn="just">
              <a:lnSpc>
                <a:spcPct val="150000"/>
              </a:lnSpc>
              <a:buFont typeface="Arial" panose="020B0604020202020204" pitchFamily="34" charset="0"/>
              <a:buChar char="•"/>
              <a:defRPr/>
            </a:pPr>
            <a:r>
              <a:rPr lang="en-US" sz="1125" dirty="0">
                <a:latin typeface="Microsoft Sans"/>
              </a:rPr>
              <a:t>A single command should have the capability of building the system (Ex: “</a:t>
            </a:r>
            <a:r>
              <a:rPr lang="en-US" sz="1125" dirty="0" err="1">
                <a:latin typeface="Microsoft Sans"/>
              </a:rPr>
              <a:t>pyb</a:t>
            </a:r>
            <a:r>
              <a:rPr lang="en-US" sz="1125" dirty="0">
                <a:latin typeface="Microsoft Sans"/>
              </a:rPr>
              <a:t>”). Many build tools, have existed for many years. Other more recent tools are frequently used in continuous integration environments. Automation of the build should include automating the integration, which often includes deployment into a production-like environment. In many cases, the build script not only compiles binaries but also generates documentation, website pages, statistics and distribution media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F0F58DF-DA8C-DA33-99FB-200DE735CB78}"/>
              </a:ext>
            </a:extLst>
          </p:cNvPr>
          <p:cNvSpPr>
            <a:spLocks noGrp="1"/>
          </p:cNvSpPr>
          <p:nvPr>
            <p:ph sz="quarter" idx="10"/>
          </p:nvPr>
        </p:nvSpPr>
        <p:spPr>
          <a:xfrm>
            <a:off x="1257300" y="114300"/>
            <a:ext cx="4743450" cy="857250"/>
          </a:xfrm>
        </p:spPr>
        <p:txBody>
          <a:bodyPr rtlCol="0">
            <a:noAutofit/>
          </a:bodyPr>
          <a:lstStyle/>
          <a:p>
            <a:pPr>
              <a:defRPr/>
            </a:pPr>
            <a:r>
              <a:rPr lang="en-IN" sz="1800" dirty="0"/>
              <a:t>Continuous Integration Practices</a:t>
            </a:r>
            <a:endParaRPr lang="en-US" sz="1800" dirty="0"/>
          </a:p>
        </p:txBody>
      </p:sp>
      <p:sp>
        <p:nvSpPr>
          <p:cNvPr id="2" name="Rectangle 1">
            <a:extLst>
              <a:ext uri="{FF2B5EF4-FFF2-40B4-BE49-F238E27FC236}">
                <a16:creationId xmlns:a16="http://schemas.microsoft.com/office/drawing/2014/main" id="{DA7006E4-993C-90A8-568B-B967839E57CE}"/>
              </a:ext>
            </a:extLst>
          </p:cNvPr>
          <p:cNvSpPr/>
          <p:nvPr/>
        </p:nvSpPr>
        <p:spPr>
          <a:xfrm>
            <a:off x="1239441" y="1085851"/>
            <a:ext cx="6286500" cy="2662396"/>
          </a:xfrm>
          <a:prstGeom prst="rect">
            <a:avLst/>
          </a:prstGeom>
        </p:spPr>
        <p:txBody>
          <a:bodyPr>
            <a:spAutoFit/>
          </a:bodyPr>
          <a:lstStyle/>
          <a:p>
            <a:pPr algn="just">
              <a:lnSpc>
                <a:spcPct val="150000"/>
              </a:lnSpc>
              <a:defRPr/>
            </a:pPr>
            <a:r>
              <a:rPr lang="en-US" sz="1125" b="1" dirty="0">
                <a:latin typeface="Microsoft Sans"/>
              </a:rPr>
              <a:t>3. Make the build self-testing </a:t>
            </a:r>
          </a:p>
          <a:p>
            <a:pPr marL="214313" indent="-214313" algn="just">
              <a:lnSpc>
                <a:spcPct val="150000"/>
              </a:lnSpc>
              <a:buFont typeface="Arial" panose="020B0604020202020204" pitchFamily="34" charset="0"/>
              <a:buChar char="•"/>
              <a:defRPr/>
            </a:pPr>
            <a:r>
              <a:rPr lang="en-US" sz="1125" dirty="0">
                <a:latin typeface="Microsoft Sans"/>
              </a:rPr>
              <a:t>Once the code is built, all tests should run to confirm that it behaves as the developers expect it to behave.</a:t>
            </a:r>
          </a:p>
          <a:p>
            <a:pPr algn="just">
              <a:lnSpc>
                <a:spcPct val="150000"/>
              </a:lnSpc>
              <a:defRPr/>
            </a:pPr>
            <a:r>
              <a:rPr lang="en-US" sz="1125" b="1" dirty="0">
                <a:latin typeface="Microsoft Sans"/>
              </a:rPr>
              <a:t>4. Everyone commits to the baseline every day </a:t>
            </a:r>
          </a:p>
          <a:p>
            <a:pPr marL="214313" indent="-214313" algn="just">
              <a:lnSpc>
                <a:spcPct val="150000"/>
              </a:lnSpc>
              <a:buFont typeface="Arial" panose="020B0604020202020204" pitchFamily="34" charset="0"/>
              <a:buChar char="•"/>
              <a:defRPr/>
            </a:pPr>
            <a:r>
              <a:rPr lang="en-US" sz="1125" dirty="0">
                <a:latin typeface="Microsoft Sans"/>
              </a:rPr>
              <a:t>By committing regularly, every committer can reduce the number of conflicting changes. Checking in a week's worth of work runs the risk of conflicting with other features and can be very difficult to resolve. Early, small conflicts in an area of the system cause team members to communicate about the change they are making. </a:t>
            </a:r>
            <a:r>
              <a:rPr lang="en-US" sz="1125" i="1" dirty="0">
                <a:latin typeface="Microsoft Sans"/>
              </a:rPr>
              <a:t>Committing all changes at least once a day </a:t>
            </a:r>
            <a:r>
              <a:rPr lang="en-US" sz="1125" dirty="0">
                <a:latin typeface="Microsoft Sans"/>
              </a:rPr>
              <a:t>is generally considered part of the definition of Continuous Integration. In addition, performing a nightly build is generally recommended. These are lower bounds; the typical frequency is expected to be much higher.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111B2E5-D61E-8676-1C43-6D4E3E665FE0}"/>
              </a:ext>
            </a:extLst>
          </p:cNvPr>
          <p:cNvSpPr>
            <a:spLocks noGrp="1"/>
          </p:cNvSpPr>
          <p:nvPr>
            <p:ph sz="quarter" idx="10"/>
          </p:nvPr>
        </p:nvSpPr>
        <p:spPr>
          <a:xfrm>
            <a:off x="1257300" y="114300"/>
            <a:ext cx="4743450" cy="857250"/>
          </a:xfrm>
        </p:spPr>
        <p:txBody>
          <a:bodyPr rtlCol="0">
            <a:noAutofit/>
          </a:bodyPr>
          <a:lstStyle/>
          <a:p>
            <a:pPr>
              <a:defRPr/>
            </a:pPr>
            <a:r>
              <a:rPr lang="en-IN" sz="1800" dirty="0"/>
              <a:t>Continuous Integration Practices</a:t>
            </a:r>
            <a:endParaRPr lang="en-US" sz="1800" dirty="0"/>
          </a:p>
        </p:txBody>
      </p:sp>
      <p:sp>
        <p:nvSpPr>
          <p:cNvPr id="2" name="Rectangle 1">
            <a:extLst>
              <a:ext uri="{FF2B5EF4-FFF2-40B4-BE49-F238E27FC236}">
                <a16:creationId xmlns:a16="http://schemas.microsoft.com/office/drawing/2014/main" id="{78089E7C-BDF1-13D7-7DCC-4D9779565D8D}"/>
              </a:ext>
            </a:extLst>
          </p:cNvPr>
          <p:cNvSpPr/>
          <p:nvPr/>
        </p:nvSpPr>
        <p:spPr>
          <a:xfrm>
            <a:off x="1257300" y="994172"/>
            <a:ext cx="6286500" cy="3441455"/>
          </a:xfrm>
          <a:prstGeom prst="rect">
            <a:avLst/>
          </a:prstGeom>
        </p:spPr>
        <p:txBody>
          <a:bodyPr>
            <a:spAutoFit/>
          </a:bodyPr>
          <a:lstStyle/>
          <a:p>
            <a:pPr algn="just">
              <a:lnSpc>
                <a:spcPct val="150000"/>
              </a:lnSpc>
              <a:defRPr/>
            </a:pPr>
            <a:r>
              <a:rPr lang="en-US" sz="1125" b="1" dirty="0">
                <a:latin typeface="Microsoft Sans"/>
              </a:rPr>
              <a:t>5. Every commit (to baseline) should be built </a:t>
            </a:r>
          </a:p>
          <a:p>
            <a:pPr marL="214313" indent="-214313" algn="just">
              <a:lnSpc>
                <a:spcPct val="150000"/>
              </a:lnSpc>
              <a:buFont typeface="Arial" panose="020B0604020202020204" pitchFamily="34" charset="0"/>
              <a:buChar char="•"/>
              <a:defRPr/>
            </a:pPr>
            <a:r>
              <a:rPr lang="en-US" sz="1125" dirty="0">
                <a:latin typeface="Microsoft Sans"/>
              </a:rPr>
              <a:t>The system should build commits to the </a:t>
            </a:r>
            <a:r>
              <a:rPr lang="en-US" sz="1125" b="1" i="1" dirty="0">
                <a:latin typeface="Microsoft Sans"/>
              </a:rPr>
              <a:t>current working version </a:t>
            </a:r>
            <a:r>
              <a:rPr lang="en-US" sz="1125" dirty="0">
                <a:latin typeface="Microsoft Sans"/>
              </a:rPr>
              <a:t>to verify that they integrate correctly. A common practice is to use Automated Continuous Integration, although this may be done manually. Automated Continuous Integration employs a continuous integration server or daemon to monitor the revision control system for changes, then automatically run the build process.</a:t>
            </a:r>
          </a:p>
          <a:p>
            <a:pPr marL="214313" indent="-214313" algn="just">
              <a:lnSpc>
                <a:spcPct val="150000"/>
              </a:lnSpc>
              <a:buFont typeface="Arial" panose="020B0604020202020204" pitchFamily="34" charset="0"/>
              <a:buChar char="•"/>
              <a:defRPr/>
            </a:pPr>
            <a:endParaRPr lang="en-US" sz="1125" b="1" dirty="0">
              <a:latin typeface="Microsoft Sans"/>
            </a:endParaRPr>
          </a:p>
          <a:p>
            <a:pPr algn="just">
              <a:lnSpc>
                <a:spcPct val="150000"/>
              </a:lnSpc>
              <a:defRPr/>
            </a:pPr>
            <a:r>
              <a:rPr lang="en-US" sz="1125" b="1" dirty="0">
                <a:latin typeface="Microsoft Sans"/>
              </a:rPr>
              <a:t>6. Every bug-fix commit should come with a test case </a:t>
            </a:r>
          </a:p>
          <a:p>
            <a:pPr marL="214313" indent="-214313" algn="just">
              <a:lnSpc>
                <a:spcPct val="150000"/>
              </a:lnSpc>
              <a:buFont typeface="Arial" panose="020B0604020202020204" pitchFamily="34" charset="0"/>
              <a:buChar char="•"/>
              <a:defRPr/>
            </a:pPr>
            <a:r>
              <a:rPr lang="en-US" sz="1125" dirty="0">
                <a:latin typeface="Microsoft Sans"/>
              </a:rPr>
              <a:t>When fixing a bug, it is a good practice to push a test case that reproduces the bug. This avoids the fix to be reverted, and the bug to reappear, which is known as a regression.</a:t>
            </a:r>
          </a:p>
          <a:p>
            <a:pPr marL="214313" indent="-214313" algn="just">
              <a:lnSpc>
                <a:spcPct val="150000"/>
              </a:lnSpc>
              <a:buFont typeface="Arial" panose="020B0604020202020204" pitchFamily="34" charset="0"/>
              <a:buChar char="•"/>
              <a:defRPr/>
            </a:pPr>
            <a:endParaRPr lang="en-US" sz="1125" b="1" dirty="0">
              <a:latin typeface="Microsoft Sans"/>
            </a:endParaRPr>
          </a:p>
          <a:p>
            <a:pPr algn="just">
              <a:lnSpc>
                <a:spcPct val="150000"/>
              </a:lnSpc>
              <a:defRPr/>
            </a:pPr>
            <a:r>
              <a:rPr lang="en-US" sz="1125" b="1" dirty="0">
                <a:latin typeface="Microsoft Sans"/>
              </a:rPr>
              <a:t>7. Keep the build fast </a:t>
            </a:r>
          </a:p>
          <a:p>
            <a:pPr marL="214313" indent="-214313" algn="just">
              <a:lnSpc>
                <a:spcPct val="150000"/>
              </a:lnSpc>
              <a:buFont typeface="Arial" panose="020B0604020202020204" pitchFamily="34" charset="0"/>
              <a:buChar char="•"/>
              <a:defRPr/>
            </a:pPr>
            <a:r>
              <a:rPr lang="en-US" sz="1125" dirty="0">
                <a:latin typeface="Microsoft Sans"/>
              </a:rPr>
              <a:t>The build needs to complete rapidly so that if there is a problem with integration, it is quickly identified.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1A57C46-50B6-81F7-248B-05E98A99BB13}"/>
              </a:ext>
            </a:extLst>
          </p:cNvPr>
          <p:cNvSpPr>
            <a:spLocks noGrp="1"/>
          </p:cNvSpPr>
          <p:nvPr>
            <p:ph sz="quarter" idx="10"/>
          </p:nvPr>
        </p:nvSpPr>
        <p:spPr>
          <a:xfrm>
            <a:off x="1257300" y="114300"/>
            <a:ext cx="4743450" cy="857250"/>
          </a:xfrm>
        </p:spPr>
        <p:txBody>
          <a:bodyPr rtlCol="0">
            <a:noAutofit/>
          </a:bodyPr>
          <a:lstStyle/>
          <a:p>
            <a:pPr>
              <a:defRPr/>
            </a:pPr>
            <a:r>
              <a:rPr lang="en-IN" sz="1800" dirty="0"/>
              <a:t>Continuous Integration Practices</a:t>
            </a:r>
            <a:endParaRPr lang="en-US" sz="1800" dirty="0"/>
          </a:p>
        </p:txBody>
      </p:sp>
      <p:sp>
        <p:nvSpPr>
          <p:cNvPr id="2" name="Rectangle 1">
            <a:extLst>
              <a:ext uri="{FF2B5EF4-FFF2-40B4-BE49-F238E27FC236}">
                <a16:creationId xmlns:a16="http://schemas.microsoft.com/office/drawing/2014/main" id="{CDFE3435-870D-C926-B7D4-F3A892733510}"/>
              </a:ext>
            </a:extLst>
          </p:cNvPr>
          <p:cNvSpPr/>
          <p:nvPr/>
        </p:nvSpPr>
        <p:spPr>
          <a:xfrm>
            <a:off x="1241822" y="1143000"/>
            <a:ext cx="6286500" cy="2143023"/>
          </a:xfrm>
          <a:prstGeom prst="rect">
            <a:avLst/>
          </a:prstGeom>
        </p:spPr>
        <p:txBody>
          <a:bodyPr>
            <a:spAutoFit/>
          </a:bodyPr>
          <a:lstStyle/>
          <a:p>
            <a:pPr algn="just">
              <a:lnSpc>
                <a:spcPct val="150000"/>
              </a:lnSpc>
              <a:defRPr/>
            </a:pPr>
            <a:r>
              <a:rPr lang="en-US" sz="1125" b="1" dirty="0">
                <a:latin typeface="Microsoft Sans"/>
              </a:rPr>
              <a:t>8. Test in a clone of the production environment </a:t>
            </a:r>
          </a:p>
          <a:p>
            <a:pPr marL="214313" indent="-214313" algn="just">
              <a:lnSpc>
                <a:spcPct val="150000"/>
              </a:lnSpc>
              <a:buFont typeface="Arial" panose="020B0604020202020204" pitchFamily="34" charset="0"/>
              <a:buChar char="•"/>
              <a:defRPr/>
            </a:pPr>
            <a:r>
              <a:rPr lang="en-US" sz="1125" dirty="0">
                <a:latin typeface="Microsoft Sans"/>
              </a:rPr>
              <a:t>Having a test environment can lead to failures in tested systems when they deploy in the production environment because the production environment may differ from the test environment in a significant way. However, building a replica of a production environment is cost-prohibitive. Instead, the test environment or a separate pre-production environment ("staging") should be built to be a scalable version of the production environment to alleviate costs while maintaining technology stack composition and nuances. </a:t>
            </a:r>
          </a:p>
          <a:p>
            <a:pPr marL="214313" indent="-214313" algn="just">
              <a:lnSpc>
                <a:spcPct val="150000"/>
              </a:lnSpc>
              <a:buFont typeface="Arial" panose="020B0604020202020204" pitchFamily="34" charset="0"/>
              <a:buChar char="•"/>
              <a:defRPr/>
            </a:pPr>
            <a:endParaRPr lang="en-US" sz="1125" dirty="0">
              <a:latin typeface="Microsoft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AB3B696-125A-85BA-A03B-B12B2ACA2995}"/>
              </a:ext>
            </a:extLst>
          </p:cNvPr>
          <p:cNvSpPr>
            <a:spLocks noGrp="1"/>
          </p:cNvSpPr>
          <p:nvPr>
            <p:ph sz="quarter" idx="10"/>
          </p:nvPr>
        </p:nvSpPr>
        <p:spPr>
          <a:xfrm>
            <a:off x="1257300" y="114300"/>
            <a:ext cx="4743450" cy="857250"/>
          </a:xfrm>
        </p:spPr>
        <p:txBody>
          <a:bodyPr rtlCol="0">
            <a:noAutofit/>
          </a:bodyPr>
          <a:lstStyle/>
          <a:p>
            <a:pPr>
              <a:defRPr/>
            </a:pPr>
            <a:r>
              <a:rPr lang="en-IN" sz="1800" dirty="0"/>
              <a:t>Continuous Integration Practices</a:t>
            </a:r>
            <a:endParaRPr lang="en-US" sz="1800" dirty="0"/>
          </a:p>
        </p:txBody>
      </p:sp>
      <p:sp>
        <p:nvSpPr>
          <p:cNvPr id="2" name="Rectangle 1">
            <a:extLst>
              <a:ext uri="{FF2B5EF4-FFF2-40B4-BE49-F238E27FC236}">
                <a16:creationId xmlns:a16="http://schemas.microsoft.com/office/drawing/2014/main" id="{8C5CB559-8629-A967-26BC-605BED161E1B}"/>
              </a:ext>
            </a:extLst>
          </p:cNvPr>
          <p:cNvSpPr/>
          <p:nvPr/>
        </p:nvSpPr>
        <p:spPr>
          <a:xfrm>
            <a:off x="1241822" y="1143000"/>
            <a:ext cx="6286500" cy="2862322"/>
          </a:xfrm>
          <a:prstGeom prst="rect">
            <a:avLst/>
          </a:prstGeom>
        </p:spPr>
        <p:txBody>
          <a:bodyPr>
            <a:spAutoFit/>
          </a:bodyPr>
          <a:lstStyle/>
          <a:p>
            <a:pPr algn="just">
              <a:lnSpc>
                <a:spcPct val="150000"/>
              </a:lnSpc>
              <a:defRPr/>
            </a:pPr>
            <a:endParaRPr lang="en-US" sz="1125" dirty="0">
              <a:latin typeface="Microsoft Sans"/>
            </a:endParaRPr>
          </a:p>
          <a:p>
            <a:pPr algn="just">
              <a:lnSpc>
                <a:spcPct val="150000"/>
              </a:lnSpc>
              <a:defRPr/>
            </a:pPr>
            <a:r>
              <a:rPr lang="en-US" sz="1125" b="1" dirty="0">
                <a:latin typeface="Microsoft Sans"/>
              </a:rPr>
              <a:t>9. Everyone can see the results of the latest build </a:t>
            </a:r>
          </a:p>
          <a:p>
            <a:pPr marL="214313" indent="-214313" algn="just">
              <a:lnSpc>
                <a:spcPct val="150000"/>
              </a:lnSpc>
              <a:buFont typeface="Arial" panose="020B0604020202020204" pitchFamily="34" charset="0"/>
              <a:buChar char="•"/>
              <a:defRPr/>
            </a:pPr>
            <a:r>
              <a:rPr lang="en-US" sz="1125" dirty="0">
                <a:latin typeface="Microsoft Sans"/>
              </a:rPr>
              <a:t>It should be easy to find out whether the build breaks and, if so, who made the relevant change and what that change was.</a:t>
            </a:r>
          </a:p>
          <a:p>
            <a:pPr algn="just">
              <a:lnSpc>
                <a:spcPct val="150000"/>
              </a:lnSpc>
              <a:defRPr/>
            </a:pPr>
            <a:endParaRPr lang="en-US" sz="1125" b="1" dirty="0">
              <a:latin typeface="Microsoft Sans"/>
            </a:endParaRPr>
          </a:p>
          <a:p>
            <a:pPr algn="just">
              <a:lnSpc>
                <a:spcPct val="150000"/>
              </a:lnSpc>
              <a:defRPr/>
            </a:pPr>
            <a:r>
              <a:rPr lang="en-US" sz="1125" b="1" dirty="0">
                <a:latin typeface="Microsoft Sans"/>
              </a:rPr>
              <a:t>10. Automate deployment (CD)</a:t>
            </a:r>
          </a:p>
          <a:p>
            <a:pPr marL="214313" indent="-214313" algn="just">
              <a:lnSpc>
                <a:spcPct val="150000"/>
              </a:lnSpc>
              <a:buFont typeface="Arial" panose="020B0604020202020204" pitchFamily="34" charset="0"/>
              <a:buChar char="•"/>
              <a:defRPr/>
            </a:pPr>
            <a:r>
              <a:rPr lang="en-US" sz="1125" dirty="0">
                <a:latin typeface="Microsoft Sans"/>
              </a:rPr>
              <a:t>Most CI systems allow the running of scripts after a build finishes. In most situations, it is possible </a:t>
            </a:r>
            <a:r>
              <a:rPr lang="en-US" sz="1125" b="1" i="1" dirty="0">
                <a:latin typeface="Microsoft Sans"/>
              </a:rPr>
              <a:t>to write a script to deploy the application to a live test server</a:t>
            </a:r>
            <a:r>
              <a:rPr lang="en-US" sz="1125" dirty="0">
                <a:latin typeface="Microsoft Sans"/>
              </a:rPr>
              <a:t> that everyone can look at. A further advance in this way of thinking is continuous deployment, which calls for the software to be deployed directly into production, often with additional automation to prevent defects or regressions.</a:t>
            </a:r>
          </a:p>
          <a:p>
            <a:pPr marL="214313" indent="-214313" algn="just">
              <a:buFont typeface="Arial" panose="020B0604020202020204" pitchFamily="34" charset="0"/>
              <a:buChar char="•"/>
              <a:defRPr/>
            </a:pPr>
            <a:endParaRPr lang="en-US" sz="1125" dirty="0">
              <a:latin typeface="Microsoft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373</TotalTime>
  <Words>2247</Words>
  <Application>Microsoft Office PowerPoint</Application>
  <PresentationFormat>On-screen Show (16:9)</PresentationFormat>
  <Paragraphs>280</Paragraphs>
  <Slides>25</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25</vt:i4>
      </vt:variant>
    </vt:vector>
  </HeadingPairs>
  <TitlesOfParts>
    <vt:vector size="33" baseType="lpstr">
      <vt:lpstr>Arial</vt:lpstr>
      <vt:lpstr>Calibri</vt:lpstr>
      <vt:lpstr>Consolas</vt:lpstr>
      <vt:lpstr>Lato</vt:lpstr>
      <vt:lpstr>Microsoft Sans</vt:lpstr>
      <vt:lpstr>Microsoft Sans Serif</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Webinar 1 – The 90% That Isn't ML Code</dc:title>
  <dc:subject>PptxGenJS Presentation</dc:subject>
  <dc:creator>PptxGenJS</dc:creator>
  <cp:lastModifiedBy>Omshree B</cp:lastModifiedBy>
  <cp:revision>9</cp:revision>
  <dcterms:created xsi:type="dcterms:W3CDTF">2026-05-17T07:57:13Z</dcterms:created>
  <dcterms:modified xsi:type="dcterms:W3CDTF">2026-05-19T15:34:47Z</dcterms:modified>
</cp:coreProperties>
</file>